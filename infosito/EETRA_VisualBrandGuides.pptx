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 id="2147483684" r:id="rId5"/>
    <p:sldMasterId id="2147483719" r:id="rId6"/>
    <p:sldMasterId id="2147483713" r:id="rId7"/>
  </p:sldMasterIdLst>
  <p:notesMasterIdLst>
    <p:notesMasterId r:id="rId25"/>
  </p:notesMasterIdLst>
  <p:handoutMasterIdLst>
    <p:handoutMasterId r:id="rId26"/>
  </p:handoutMasterIdLst>
  <p:sldIdLst>
    <p:sldId id="513" r:id="rId8"/>
    <p:sldId id="536" r:id="rId9"/>
    <p:sldId id="514" r:id="rId10"/>
    <p:sldId id="515" r:id="rId11"/>
    <p:sldId id="537" r:id="rId12"/>
    <p:sldId id="516" r:id="rId13"/>
    <p:sldId id="517" r:id="rId14"/>
    <p:sldId id="527" r:id="rId15"/>
    <p:sldId id="526" r:id="rId16"/>
    <p:sldId id="528" r:id="rId17"/>
    <p:sldId id="518" r:id="rId18"/>
    <p:sldId id="520" r:id="rId19"/>
    <p:sldId id="529" r:id="rId20"/>
    <p:sldId id="523" r:id="rId21"/>
    <p:sldId id="521" r:id="rId22"/>
    <p:sldId id="524" r:id="rId23"/>
    <p:sldId id="512" r:id="rId24"/>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E92405-B02F-E335-897D-C189E53978B5}" name="Letizia Garbolino" initials="LG" userId="S::l.garbolino@eetra.it::92f6cef8-3128-40b8-8400-2065e8125c58" providerId="AD"/>
  <p188:author id="{6C6CFA75-2DEE-80F7-6F5E-7286EAB2FADC}" name="Andrea Botti" initials="AB" userId="S::a.botti@eetra.it::0dfff3e0-3150-44bf-bd92-917cf9a7c1d3" providerId="AD"/>
  <p188:author id="{EF2D06C9-DC65-306A-40AB-DAD011AB3C0D}" name="Chiara La Fortezza" initials="" userId="S::c.lafortezza@eetra.it::e5130f3d-44d7-44ae-bf5e-3d7c4b6c1404" providerId="AD"/>
  <p188:author id="{C29F36E7-C4C2-9073-644D-A16C6D586AB3}" name="Riccardo Sala" initials="" userId="S::r.sala@eetra.it::1a65d51d-27ec-4aa5-bda8-9676fc659b8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C8776"/>
    <a:srgbClr val="F8F5F2"/>
    <a:srgbClr val="D1FFDF"/>
    <a:srgbClr val="434F3D"/>
    <a:srgbClr val="33B24A"/>
    <a:srgbClr val="75FF9E"/>
    <a:srgbClr val="31302F"/>
    <a:srgbClr val="3D3F3F"/>
    <a:srgbClr val="7078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Stile medio 1 - Color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Botti" userId="0dfff3e0-3150-44bf-bd92-917cf9a7c1d3" providerId="ADAL" clId="{EA2A6680-BEB3-4552-A81C-95390A95BB8A}"/>
    <pc:docChg chg="modSld">
      <pc:chgData name="Andrea Botti" userId="0dfff3e0-3150-44bf-bd92-917cf9a7c1d3" providerId="ADAL" clId="{EA2A6680-BEB3-4552-A81C-95390A95BB8A}" dt="2026-02-24T08:53:48.358" v="7" actId="2711"/>
      <pc:docMkLst>
        <pc:docMk/>
      </pc:docMkLst>
      <pc:sldChg chg="modSp mod">
        <pc:chgData name="Andrea Botti" userId="0dfff3e0-3150-44bf-bd92-917cf9a7c1d3" providerId="ADAL" clId="{EA2A6680-BEB3-4552-A81C-95390A95BB8A}" dt="2026-02-24T08:53:48.358" v="7" actId="2711"/>
        <pc:sldMkLst>
          <pc:docMk/>
          <pc:sldMk cId="1557394677" sldId="513"/>
        </pc:sldMkLst>
        <pc:spChg chg="mod">
          <ac:chgData name="Andrea Botti" userId="0dfff3e0-3150-44bf-bd92-917cf9a7c1d3" providerId="ADAL" clId="{EA2A6680-BEB3-4552-A81C-95390A95BB8A}" dt="2026-02-24T08:53:48.358" v="7" actId="2711"/>
          <ac:spMkLst>
            <pc:docMk/>
            <pc:sldMk cId="1557394677" sldId="513"/>
            <ac:spMk id="7" creationId="{CD3ED6CC-43A8-49E6-323C-F100FA7F6371}"/>
          </ac:spMkLst>
        </pc:spChg>
      </pc:sldChg>
    </pc:docChg>
  </pc:docChgLst>
  <pc:docChgLst>
    <pc:chgData name="Carlo Rossini" userId="1cb38a7a-3dee-462d-b369-507640c3ebd4" providerId="ADAL" clId="{93BE73C6-C764-4F2A-BEF0-E409E9E74D8E}"/>
    <pc:docChg chg="undo custSel addSld delSld modSld sldOrd">
      <pc:chgData name="Carlo Rossini" userId="1cb38a7a-3dee-462d-b369-507640c3ebd4" providerId="ADAL" clId="{93BE73C6-C764-4F2A-BEF0-E409E9E74D8E}" dt="2026-02-20T08:51:13.843" v="1538" actId="47"/>
      <pc:docMkLst>
        <pc:docMk/>
      </pc:docMkLst>
      <pc:sldChg chg="modSp mod">
        <pc:chgData name="Carlo Rossini" userId="1cb38a7a-3dee-462d-b369-507640c3ebd4" providerId="ADAL" clId="{93BE73C6-C764-4F2A-BEF0-E409E9E74D8E}" dt="2026-02-20T08:35:28.815" v="1166" actId="20577"/>
        <pc:sldMkLst>
          <pc:docMk/>
          <pc:sldMk cId="1557394677" sldId="513"/>
        </pc:sldMkLst>
        <pc:spChg chg="mod">
          <ac:chgData name="Carlo Rossini" userId="1cb38a7a-3dee-462d-b369-507640c3ebd4" providerId="ADAL" clId="{93BE73C6-C764-4F2A-BEF0-E409E9E74D8E}" dt="2026-02-20T08:35:28.815" v="1166" actId="20577"/>
          <ac:spMkLst>
            <pc:docMk/>
            <pc:sldMk cId="1557394677" sldId="513"/>
            <ac:spMk id="8" creationId="{9C9E5060-23A8-85BD-25CD-59B15DFC4F22}"/>
          </ac:spMkLst>
        </pc:spChg>
      </pc:sldChg>
      <pc:sldChg chg="addSp delSp modSp mod modClrScheme chgLayout">
        <pc:chgData name="Carlo Rossini" userId="1cb38a7a-3dee-462d-b369-507640c3ebd4" providerId="ADAL" clId="{93BE73C6-C764-4F2A-BEF0-E409E9E74D8E}" dt="2026-02-20T08:04:13.961" v="499" actId="20577"/>
        <pc:sldMkLst>
          <pc:docMk/>
          <pc:sldMk cId="1404968683" sldId="514"/>
        </pc:sldMkLst>
        <pc:spChg chg="add del mod ord">
          <ac:chgData name="Carlo Rossini" userId="1cb38a7a-3dee-462d-b369-507640c3ebd4" providerId="ADAL" clId="{93BE73C6-C764-4F2A-BEF0-E409E9E74D8E}" dt="2026-02-19T15:29:39.473" v="115" actId="1076"/>
          <ac:spMkLst>
            <pc:docMk/>
            <pc:sldMk cId="1404968683" sldId="514"/>
            <ac:spMk id="2" creationId="{0911FF34-2F15-90DF-A1A6-636CE37025FB}"/>
          </ac:spMkLst>
        </pc:spChg>
        <pc:spChg chg="mod ord">
          <ac:chgData name="Carlo Rossini" userId="1cb38a7a-3dee-462d-b369-507640c3ebd4" providerId="ADAL" clId="{93BE73C6-C764-4F2A-BEF0-E409E9E74D8E}" dt="2026-02-19T15:25:31.005" v="93" actId="700"/>
          <ac:spMkLst>
            <pc:docMk/>
            <pc:sldMk cId="1404968683" sldId="514"/>
            <ac:spMk id="4" creationId="{3D741FBA-A489-377D-34A5-615BFB8BF16E}"/>
          </ac:spMkLst>
        </pc:spChg>
        <pc:spChg chg="mod ord">
          <ac:chgData name="Carlo Rossini" userId="1cb38a7a-3dee-462d-b369-507640c3ebd4" providerId="ADAL" clId="{93BE73C6-C764-4F2A-BEF0-E409E9E74D8E}" dt="2026-02-20T08:04:13.961" v="499" actId="20577"/>
          <ac:spMkLst>
            <pc:docMk/>
            <pc:sldMk cId="1404968683" sldId="514"/>
            <ac:spMk id="5" creationId="{E8D0CC5B-A02C-7CCE-0CC6-EF98B54D6364}"/>
          </ac:spMkLst>
        </pc:spChg>
        <pc:spChg chg="mod ord">
          <ac:chgData name="Carlo Rossini" userId="1cb38a7a-3dee-462d-b369-507640c3ebd4" providerId="ADAL" clId="{93BE73C6-C764-4F2A-BEF0-E409E9E74D8E}" dt="2026-02-19T15:29:39.473" v="115" actId="1076"/>
          <ac:spMkLst>
            <pc:docMk/>
            <pc:sldMk cId="1404968683" sldId="514"/>
            <ac:spMk id="13" creationId="{67BD8DF1-BF72-18B7-47DE-321960ECD510}"/>
          </ac:spMkLst>
        </pc:spChg>
      </pc:sldChg>
      <pc:sldChg chg="addSp delSp modSp mod ord">
        <pc:chgData name="Carlo Rossini" userId="1cb38a7a-3dee-462d-b369-507640c3ebd4" providerId="ADAL" clId="{93BE73C6-C764-4F2A-BEF0-E409E9E74D8E}" dt="2026-02-20T08:20:20.585" v="1035" actId="478"/>
        <pc:sldMkLst>
          <pc:docMk/>
          <pc:sldMk cId="4084004595" sldId="515"/>
        </pc:sldMkLst>
        <pc:spChg chg="mod">
          <ac:chgData name="Carlo Rossini" userId="1cb38a7a-3dee-462d-b369-507640c3ebd4" providerId="ADAL" clId="{93BE73C6-C764-4F2A-BEF0-E409E9E74D8E}" dt="2026-02-20T08:15:00.893" v="872" actId="20577"/>
          <ac:spMkLst>
            <pc:docMk/>
            <pc:sldMk cId="4084004595" sldId="515"/>
            <ac:spMk id="4" creationId="{ACC17896-A002-2D97-6ADA-2B29421B2483}"/>
          </ac:spMkLst>
        </pc:spChg>
        <pc:spChg chg="add mod">
          <ac:chgData name="Carlo Rossini" userId="1cb38a7a-3dee-462d-b369-507640c3ebd4" providerId="ADAL" clId="{93BE73C6-C764-4F2A-BEF0-E409E9E74D8E}" dt="2026-02-19T15:32:16.305" v="249" actId="1076"/>
          <ac:spMkLst>
            <pc:docMk/>
            <pc:sldMk cId="4084004595" sldId="515"/>
            <ac:spMk id="9" creationId="{901037BB-87E0-37E9-FD70-8F60639898EC}"/>
          </ac:spMkLst>
        </pc:spChg>
        <pc:spChg chg="add mod">
          <ac:chgData name="Carlo Rossini" userId="1cb38a7a-3dee-462d-b369-507640c3ebd4" providerId="ADAL" clId="{93BE73C6-C764-4F2A-BEF0-E409E9E74D8E}" dt="2026-02-19T15:32:53.677" v="256" actId="1076"/>
          <ac:spMkLst>
            <pc:docMk/>
            <pc:sldMk cId="4084004595" sldId="515"/>
            <ac:spMk id="15" creationId="{A1464D2C-E1E3-854C-3F30-4C9C3520EDF5}"/>
          </ac:spMkLst>
        </pc:spChg>
        <pc:spChg chg="add mod">
          <ac:chgData name="Carlo Rossini" userId="1cb38a7a-3dee-462d-b369-507640c3ebd4" providerId="ADAL" clId="{93BE73C6-C764-4F2A-BEF0-E409E9E74D8E}" dt="2026-02-19T15:33:10.710" v="259" actId="1076"/>
          <ac:spMkLst>
            <pc:docMk/>
            <pc:sldMk cId="4084004595" sldId="515"/>
            <ac:spMk id="17" creationId="{3FD25324-95E4-CC4D-A3FA-53BB2D61FFEC}"/>
          </ac:spMkLst>
        </pc:spChg>
        <pc:spChg chg="mod">
          <ac:chgData name="Carlo Rossini" userId="1cb38a7a-3dee-462d-b369-507640c3ebd4" providerId="ADAL" clId="{93BE73C6-C764-4F2A-BEF0-E409E9E74D8E}" dt="2026-02-19T15:32:16.305" v="249" actId="1076"/>
          <ac:spMkLst>
            <pc:docMk/>
            <pc:sldMk cId="4084004595" sldId="515"/>
            <ac:spMk id="20" creationId="{83524736-FAE4-EFBE-1F01-3E5619905EA3}"/>
          </ac:spMkLst>
        </pc:spChg>
        <pc:picChg chg="add mod">
          <ac:chgData name="Carlo Rossini" userId="1cb38a7a-3dee-462d-b369-507640c3ebd4" providerId="ADAL" clId="{93BE73C6-C764-4F2A-BEF0-E409E9E74D8E}" dt="2026-02-19T15:32:16.305" v="249" actId="1076"/>
          <ac:picMkLst>
            <pc:docMk/>
            <pc:sldMk cId="4084004595" sldId="515"/>
            <ac:picMk id="2" creationId="{0EA0E240-F339-BEC6-02CF-4F7FAFB826BD}"/>
          </ac:picMkLst>
        </pc:picChg>
        <pc:picChg chg="add mod">
          <ac:chgData name="Carlo Rossini" userId="1cb38a7a-3dee-462d-b369-507640c3ebd4" providerId="ADAL" clId="{93BE73C6-C764-4F2A-BEF0-E409E9E74D8E}" dt="2026-02-19T15:32:16.305" v="249" actId="1076"/>
          <ac:picMkLst>
            <pc:docMk/>
            <pc:sldMk cId="4084004595" sldId="515"/>
            <ac:picMk id="5" creationId="{F3AB5538-5BF3-8CED-B581-6B546A08067B}"/>
          </ac:picMkLst>
        </pc:picChg>
        <pc:picChg chg="add mod">
          <ac:chgData name="Carlo Rossini" userId="1cb38a7a-3dee-462d-b369-507640c3ebd4" providerId="ADAL" clId="{93BE73C6-C764-4F2A-BEF0-E409E9E74D8E}" dt="2026-02-19T15:32:43.577" v="252" actId="1076"/>
          <ac:picMkLst>
            <pc:docMk/>
            <pc:sldMk cId="4084004595" sldId="515"/>
            <ac:picMk id="14" creationId="{4BF477DC-2249-8650-C94F-361B4957FE79}"/>
          </ac:picMkLst>
        </pc:picChg>
        <pc:picChg chg="mod">
          <ac:chgData name="Carlo Rossini" userId="1cb38a7a-3dee-462d-b369-507640c3ebd4" providerId="ADAL" clId="{93BE73C6-C764-4F2A-BEF0-E409E9E74D8E}" dt="2026-02-19T15:32:16.305" v="249" actId="1076"/>
          <ac:picMkLst>
            <pc:docMk/>
            <pc:sldMk cId="4084004595" sldId="515"/>
            <ac:picMk id="19" creationId="{3B3896C6-4938-3D34-16DE-62CA38C75200}"/>
          </ac:picMkLst>
        </pc:picChg>
        <pc:picChg chg="add mod">
          <ac:chgData name="Carlo Rossini" userId="1cb38a7a-3dee-462d-b369-507640c3ebd4" providerId="ADAL" clId="{93BE73C6-C764-4F2A-BEF0-E409E9E74D8E}" dt="2026-02-19T15:33:21.029" v="261" actId="1076"/>
          <ac:picMkLst>
            <pc:docMk/>
            <pc:sldMk cId="4084004595" sldId="515"/>
            <ac:picMk id="23" creationId="{325BA2AB-56A5-9183-871E-CD19182033FB}"/>
          </ac:picMkLst>
        </pc:picChg>
        <pc:picChg chg="add mod ord modCrop">
          <ac:chgData name="Carlo Rossini" userId="1cb38a7a-3dee-462d-b369-507640c3ebd4" providerId="ADAL" clId="{93BE73C6-C764-4F2A-BEF0-E409E9E74D8E}" dt="2026-02-19T15:38:16.145" v="305" actId="732"/>
          <ac:picMkLst>
            <pc:docMk/>
            <pc:sldMk cId="4084004595" sldId="515"/>
            <ac:picMk id="31" creationId="{34149CA6-1193-A18C-B030-D586755760C7}"/>
          </ac:picMkLst>
        </pc:picChg>
        <pc:picChg chg="add mod">
          <ac:chgData name="Carlo Rossini" userId="1cb38a7a-3dee-462d-b369-507640c3ebd4" providerId="ADAL" clId="{93BE73C6-C764-4F2A-BEF0-E409E9E74D8E}" dt="2026-02-19T15:38:32.386" v="308" actId="1076"/>
          <ac:picMkLst>
            <pc:docMk/>
            <pc:sldMk cId="4084004595" sldId="515"/>
            <ac:picMk id="32" creationId="{31ED1009-3800-E4E1-C37E-505FC40D715B}"/>
          </ac:picMkLst>
        </pc:picChg>
      </pc:sldChg>
      <pc:sldChg chg="addSp modSp mod">
        <pc:chgData name="Carlo Rossini" userId="1cb38a7a-3dee-462d-b369-507640c3ebd4" providerId="ADAL" clId="{93BE73C6-C764-4F2A-BEF0-E409E9E74D8E}" dt="2026-02-20T08:16:41.241" v="944" actId="20577"/>
        <pc:sldMkLst>
          <pc:docMk/>
          <pc:sldMk cId="4242574641" sldId="516"/>
        </pc:sldMkLst>
        <pc:spChg chg="mod">
          <ac:chgData name="Carlo Rossini" userId="1cb38a7a-3dee-462d-b369-507640c3ebd4" providerId="ADAL" clId="{93BE73C6-C764-4F2A-BEF0-E409E9E74D8E}" dt="2026-02-20T08:16:41.241" v="944" actId="20577"/>
          <ac:spMkLst>
            <pc:docMk/>
            <pc:sldMk cId="4242574641" sldId="516"/>
            <ac:spMk id="4" creationId="{0A4B2E8E-867D-09FB-833A-A878550CDF52}"/>
          </ac:spMkLst>
        </pc:spChg>
        <pc:spChg chg="mod">
          <ac:chgData name="Carlo Rossini" userId="1cb38a7a-3dee-462d-b369-507640c3ebd4" providerId="ADAL" clId="{93BE73C6-C764-4F2A-BEF0-E409E9E74D8E}" dt="2026-02-19T15:39:42.775" v="345" actId="255"/>
          <ac:spMkLst>
            <pc:docMk/>
            <pc:sldMk cId="4242574641" sldId="516"/>
            <ac:spMk id="9" creationId="{EEE00D53-7346-9C95-92C3-30FD2D008F54}"/>
          </ac:spMkLst>
        </pc:spChg>
        <pc:spChg chg="mod">
          <ac:chgData name="Carlo Rossini" userId="1cb38a7a-3dee-462d-b369-507640c3ebd4" providerId="ADAL" clId="{93BE73C6-C764-4F2A-BEF0-E409E9E74D8E}" dt="2026-02-19T15:39:38.224" v="344" actId="255"/>
          <ac:spMkLst>
            <pc:docMk/>
            <pc:sldMk cId="4242574641" sldId="516"/>
            <ac:spMk id="14" creationId="{78C04369-BEFA-7B90-1F81-ACC7F81A467F}"/>
          </ac:spMkLst>
        </pc:spChg>
        <pc:spChg chg="mod">
          <ac:chgData name="Carlo Rossini" userId="1cb38a7a-3dee-462d-b369-507640c3ebd4" providerId="ADAL" clId="{93BE73C6-C764-4F2A-BEF0-E409E9E74D8E}" dt="2026-02-19T15:39:46.352" v="346" actId="255"/>
          <ac:spMkLst>
            <pc:docMk/>
            <pc:sldMk cId="4242574641" sldId="516"/>
            <ac:spMk id="16" creationId="{82D7F381-4810-DDF0-64F0-F4AA8CC356C8}"/>
          </ac:spMkLst>
        </pc:spChg>
        <pc:spChg chg="mod">
          <ac:chgData name="Carlo Rossini" userId="1cb38a7a-3dee-462d-b369-507640c3ebd4" providerId="ADAL" clId="{93BE73C6-C764-4F2A-BEF0-E409E9E74D8E}" dt="2026-02-19T15:39:50.165" v="347" actId="255"/>
          <ac:spMkLst>
            <pc:docMk/>
            <pc:sldMk cId="4242574641" sldId="516"/>
            <ac:spMk id="22" creationId="{687780A2-2931-2B68-B648-8C46480AD95B}"/>
          </ac:spMkLst>
        </pc:spChg>
        <pc:spChg chg="mod">
          <ac:chgData name="Carlo Rossini" userId="1cb38a7a-3dee-462d-b369-507640c3ebd4" providerId="ADAL" clId="{93BE73C6-C764-4F2A-BEF0-E409E9E74D8E}" dt="2026-02-19T15:41:07.992" v="363" actId="255"/>
          <ac:spMkLst>
            <pc:docMk/>
            <pc:sldMk cId="4242574641" sldId="516"/>
            <ac:spMk id="24" creationId="{4B3DE5BC-04A7-59E0-09B2-ECFBC98F438A}"/>
          </ac:spMkLst>
        </pc:spChg>
        <pc:spChg chg="mod">
          <ac:chgData name="Carlo Rossini" userId="1cb38a7a-3dee-462d-b369-507640c3ebd4" providerId="ADAL" clId="{93BE73C6-C764-4F2A-BEF0-E409E9E74D8E}" dt="2026-02-19T15:42:08.448" v="416" actId="313"/>
          <ac:spMkLst>
            <pc:docMk/>
            <pc:sldMk cId="4242574641" sldId="516"/>
            <ac:spMk id="26" creationId="{DCA2214F-E4E0-0689-8619-2F52A464F0E9}"/>
          </ac:spMkLst>
        </pc:spChg>
        <pc:spChg chg="mod">
          <ac:chgData name="Carlo Rossini" userId="1cb38a7a-3dee-462d-b369-507640c3ebd4" providerId="ADAL" clId="{93BE73C6-C764-4F2A-BEF0-E409E9E74D8E}" dt="2026-02-19T15:40:08.968" v="361" actId="255"/>
          <ac:spMkLst>
            <pc:docMk/>
            <pc:sldMk cId="4242574641" sldId="516"/>
            <ac:spMk id="28" creationId="{3D62A79F-88E0-B73A-58E2-14A676ABA524}"/>
          </ac:spMkLst>
        </pc:spChg>
        <pc:spChg chg="mod">
          <ac:chgData name="Carlo Rossini" userId="1cb38a7a-3dee-462d-b369-507640c3ebd4" providerId="ADAL" clId="{93BE73C6-C764-4F2A-BEF0-E409E9E74D8E}" dt="2026-02-19T15:40:00.026" v="354" actId="255"/>
          <ac:spMkLst>
            <pc:docMk/>
            <pc:sldMk cId="4242574641" sldId="516"/>
            <ac:spMk id="31" creationId="{1D4A6026-2924-AB63-3546-C803AFA8124B}"/>
          </ac:spMkLst>
        </pc:spChg>
        <pc:spChg chg="mod">
          <ac:chgData name="Carlo Rossini" userId="1cb38a7a-3dee-462d-b369-507640c3ebd4" providerId="ADAL" clId="{93BE73C6-C764-4F2A-BEF0-E409E9E74D8E}" dt="2026-02-19T15:41:17.150" v="364" actId="255"/>
          <ac:spMkLst>
            <pc:docMk/>
            <pc:sldMk cId="4242574641" sldId="516"/>
            <ac:spMk id="32" creationId="{716919C2-341A-F17E-B368-FE5632060C48}"/>
          </ac:spMkLst>
        </pc:spChg>
        <pc:spChg chg="mod">
          <ac:chgData name="Carlo Rossini" userId="1cb38a7a-3dee-462d-b369-507640c3ebd4" providerId="ADAL" clId="{93BE73C6-C764-4F2A-BEF0-E409E9E74D8E}" dt="2026-02-19T15:42:12.287" v="417" actId="255"/>
          <ac:spMkLst>
            <pc:docMk/>
            <pc:sldMk cId="4242574641" sldId="516"/>
            <ac:spMk id="34" creationId="{15D259E3-D010-1BC1-273A-E42622119589}"/>
          </ac:spMkLst>
        </pc:spChg>
        <pc:spChg chg="mod">
          <ac:chgData name="Carlo Rossini" userId="1cb38a7a-3dee-462d-b369-507640c3ebd4" providerId="ADAL" clId="{93BE73C6-C764-4F2A-BEF0-E409E9E74D8E}" dt="2026-02-19T15:42:20.964" v="424" actId="255"/>
          <ac:spMkLst>
            <pc:docMk/>
            <pc:sldMk cId="4242574641" sldId="516"/>
            <ac:spMk id="36" creationId="{BF41F8F3-9147-3DAC-C67A-374A758CBD16}"/>
          </ac:spMkLst>
        </pc:spChg>
        <pc:spChg chg="mod">
          <ac:chgData name="Carlo Rossini" userId="1cb38a7a-3dee-462d-b369-507640c3ebd4" providerId="ADAL" clId="{93BE73C6-C764-4F2A-BEF0-E409E9E74D8E}" dt="2026-02-19T15:42:42.087" v="470" actId="255"/>
          <ac:spMkLst>
            <pc:docMk/>
            <pc:sldMk cId="4242574641" sldId="516"/>
            <ac:spMk id="39" creationId="{B551714E-EA6C-17F0-3571-7F59CB6F9CA7}"/>
          </ac:spMkLst>
        </pc:spChg>
        <pc:spChg chg="mod">
          <ac:chgData name="Carlo Rossini" userId="1cb38a7a-3dee-462d-b369-507640c3ebd4" providerId="ADAL" clId="{93BE73C6-C764-4F2A-BEF0-E409E9E74D8E}" dt="2026-02-20T08:05:34.675" v="611" actId="20577"/>
          <ac:spMkLst>
            <pc:docMk/>
            <pc:sldMk cId="4242574641" sldId="516"/>
            <ac:spMk id="40" creationId="{981153E7-7D4D-48A5-228C-231BF3F2860E}"/>
          </ac:spMkLst>
        </pc:spChg>
      </pc:sldChg>
      <pc:sldChg chg="addSp delSp modSp mod ord modClrScheme chgLayout">
        <pc:chgData name="Carlo Rossini" userId="1cb38a7a-3dee-462d-b369-507640c3ebd4" providerId="ADAL" clId="{93BE73C6-C764-4F2A-BEF0-E409E9E74D8E}" dt="2026-02-20T08:49:17.265" v="1531" actId="207"/>
        <pc:sldMkLst>
          <pc:docMk/>
          <pc:sldMk cId="1392444945" sldId="517"/>
        </pc:sldMkLst>
        <pc:spChg chg="add mod">
          <ac:chgData name="Carlo Rossini" userId="1cb38a7a-3dee-462d-b369-507640c3ebd4" providerId="ADAL" clId="{93BE73C6-C764-4F2A-BEF0-E409E9E74D8E}" dt="2026-02-20T08:41:45.578" v="1331" actId="1076"/>
          <ac:spMkLst>
            <pc:docMk/>
            <pc:sldMk cId="1392444945" sldId="517"/>
            <ac:spMk id="3" creationId="{44B1A82D-2714-2774-D1CD-8533EF7D3BB5}"/>
          </ac:spMkLst>
        </pc:spChg>
        <pc:spChg chg="mod ord">
          <ac:chgData name="Carlo Rossini" userId="1cb38a7a-3dee-462d-b369-507640c3ebd4" providerId="ADAL" clId="{93BE73C6-C764-4F2A-BEF0-E409E9E74D8E}" dt="2026-02-20T08:09:55.554" v="734" actId="700"/>
          <ac:spMkLst>
            <pc:docMk/>
            <pc:sldMk cId="1392444945" sldId="517"/>
            <ac:spMk id="4" creationId="{6C1D5325-902E-F6C8-2474-77CB148EA38B}"/>
          </ac:spMkLst>
        </pc:spChg>
        <pc:spChg chg="add mod">
          <ac:chgData name="Carlo Rossini" userId="1cb38a7a-3dee-462d-b369-507640c3ebd4" providerId="ADAL" clId="{93BE73C6-C764-4F2A-BEF0-E409E9E74D8E}" dt="2026-02-20T08:47:56.199" v="1483" actId="207"/>
          <ac:spMkLst>
            <pc:docMk/>
            <pc:sldMk cId="1392444945" sldId="517"/>
            <ac:spMk id="18" creationId="{6AF5B2EC-0CB4-179F-BF55-E0B2E6F7B332}"/>
          </ac:spMkLst>
        </pc:spChg>
        <pc:spChg chg="add mod">
          <ac:chgData name="Carlo Rossini" userId="1cb38a7a-3dee-462d-b369-507640c3ebd4" providerId="ADAL" clId="{93BE73C6-C764-4F2A-BEF0-E409E9E74D8E}" dt="2026-02-20T08:46:17.195" v="1407" actId="207"/>
          <ac:spMkLst>
            <pc:docMk/>
            <pc:sldMk cId="1392444945" sldId="517"/>
            <ac:spMk id="21" creationId="{F72EC312-4802-B24A-3B03-9FFEA162B48D}"/>
          </ac:spMkLst>
        </pc:spChg>
        <pc:spChg chg="add mod">
          <ac:chgData name="Carlo Rossini" userId="1cb38a7a-3dee-462d-b369-507640c3ebd4" providerId="ADAL" clId="{93BE73C6-C764-4F2A-BEF0-E409E9E74D8E}" dt="2026-02-20T08:44:16.593" v="1357" actId="1076"/>
          <ac:spMkLst>
            <pc:docMk/>
            <pc:sldMk cId="1392444945" sldId="517"/>
            <ac:spMk id="22" creationId="{477D7AC9-44AA-FD86-D951-9973C6130DDD}"/>
          </ac:spMkLst>
        </pc:spChg>
        <pc:spChg chg="add mod">
          <ac:chgData name="Carlo Rossini" userId="1cb38a7a-3dee-462d-b369-507640c3ebd4" providerId="ADAL" clId="{93BE73C6-C764-4F2A-BEF0-E409E9E74D8E}" dt="2026-02-20T08:46:20.166" v="1409"/>
          <ac:spMkLst>
            <pc:docMk/>
            <pc:sldMk cId="1392444945" sldId="517"/>
            <ac:spMk id="24" creationId="{35B060A0-23B7-DA76-23D2-1E606CC6BCEB}"/>
          </ac:spMkLst>
        </pc:spChg>
        <pc:spChg chg="add mod">
          <ac:chgData name="Carlo Rossini" userId="1cb38a7a-3dee-462d-b369-507640c3ebd4" providerId="ADAL" clId="{93BE73C6-C764-4F2A-BEF0-E409E9E74D8E}" dt="2026-02-20T08:49:11.649" v="1528" actId="207"/>
          <ac:spMkLst>
            <pc:docMk/>
            <pc:sldMk cId="1392444945" sldId="517"/>
            <ac:spMk id="26" creationId="{3552B37C-C46E-AC50-BAE7-9953212FC26B}"/>
          </ac:spMkLst>
        </pc:spChg>
        <pc:spChg chg="add mod">
          <ac:chgData name="Carlo Rossini" userId="1cb38a7a-3dee-462d-b369-507640c3ebd4" providerId="ADAL" clId="{93BE73C6-C764-4F2A-BEF0-E409E9E74D8E}" dt="2026-02-20T08:44:16.593" v="1357" actId="1076"/>
          <ac:spMkLst>
            <pc:docMk/>
            <pc:sldMk cId="1392444945" sldId="517"/>
            <ac:spMk id="32" creationId="{649E4FD0-9654-C8ED-E037-03699A9AC914}"/>
          </ac:spMkLst>
        </pc:spChg>
        <pc:spChg chg="add mod">
          <ac:chgData name="Carlo Rossini" userId="1cb38a7a-3dee-462d-b369-507640c3ebd4" providerId="ADAL" clId="{93BE73C6-C764-4F2A-BEF0-E409E9E74D8E}" dt="2026-02-20T08:44:16.593" v="1357" actId="1076"/>
          <ac:spMkLst>
            <pc:docMk/>
            <pc:sldMk cId="1392444945" sldId="517"/>
            <ac:spMk id="33" creationId="{5B5B2D46-A967-34A5-C9FA-423223882220}"/>
          </ac:spMkLst>
        </pc:spChg>
        <pc:spChg chg="add mod">
          <ac:chgData name="Carlo Rossini" userId="1cb38a7a-3dee-462d-b369-507640c3ebd4" providerId="ADAL" clId="{93BE73C6-C764-4F2A-BEF0-E409E9E74D8E}" dt="2026-02-20T08:44:56.979" v="1379" actId="207"/>
          <ac:spMkLst>
            <pc:docMk/>
            <pc:sldMk cId="1392444945" sldId="517"/>
            <ac:spMk id="34" creationId="{E75B1F1A-5000-8C4D-10CC-37CC2A74FD9A}"/>
          </ac:spMkLst>
        </pc:spChg>
        <pc:spChg chg="add mod">
          <ac:chgData name="Carlo Rossini" userId="1cb38a7a-3dee-462d-b369-507640c3ebd4" providerId="ADAL" clId="{93BE73C6-C764-4F2A-BEF0-E409E9E74D8E}" dt="2026-02-20T08:46:27.588" v="1410" actId="207"/>
          <ac:spMkLst>
            <pc:docMk/>
            <pc:sldMk cId="1392444945" sldId="517"/>
            <ac:spMk id="35" creationId="{95B6A48A-A26D-59A6-457F-4794F9DD1C9B}"/>
          </ac:spMkLst>
        </pc:spChg>
        <pc:spChg chg="add mod">
          <ac:chgData name="Carlo Rossini" userId="1cb38a7a-3dee-462d-b369-507640c3ebd4" providerId="ADAL" clId="{93BE73C6-C764-4F2A-BEF0-E409E9E74D8E}" dt="2026-02-20T08:47:57.868" v="1484"/>
          <ac:spMkLst>
            <pc:docMk/>
            <pc:sldMk cId="1392444945" sldId="517"/>
            <ac:spMk id="36" creationId="{433CE75A-3C07-1556-CACE-6A6477DF4ADD}"/>
          </ac:spMkLst>
        </pc:spChg>
        <pc:spChg chg="add mod">
          <ac:chgData name="Carlo Rossini" userId="1cb38a7a-3dee-462d-b369-507640c3ebd4" providerId="ADAL" clId="{93BE73C6-C764-4F2A-BEF0-E409E9E74D8E}" dt="2026-02-20T08:47:47.936" v="1482" actId="207"/>
          <ac:spMkLst>
            <pc:docMk/>
            <pc:sldMk cId="1392444945" sldId="517"/>
            <ac:spMk id="37" creationId="{FFDF4497-AE90-FF7E-9A93-BB678AA9DD2A}"/>
          </ac:spMkLst>
        </pc:spChg>
        <pc:spChg chg="add mod">
          <ac:chgData name="Carlo Rossini" userId="1cb38a7a-3dee-462d-b369-507640c3ebd4" providerId="ADAL" clId="{93BE73C6-C764-4F2A-BEF0-E409E9E74D8E}" dt="2026-02-20T08:48:05.310" v="1485" actId="207"/>
          <ac:spMkLst>
            <pc:docMk/>
            <pc:sldMk cId="1392444945" sldId="517"/>
            <ac:spMk id="38" creationId="{ACB2816F-ECCE-9763-57CA-2693BE65A755}"/>
          </ac:spMkLst>
        </pc:spChg>
        <pc:spChg chg="add mod">
          <ac:chgData name="Carlo Rossini" userId="1cb38a7a-3dee-462d-b369-507640c3ebd4" providerId="ADAL" clId="{93BE73C6-C764-4F2A-BEF0-E409E9E74D8E}" dt="2026-02-20T08:49:14.305" v="1530" actId="20577"/>
          <ac:spMkLst>
            <pc:docMk/>
            <pc:sldMk cId="1392444945" sldId="517"/>
            <ac:spMk id="39" creationId="{A822AC7E-00ED-33EF-C3B5-21F0AD086AE3}"/>
          </ac:spMkLst>
        </pc:spChg>
        <pc:spChg chg="add mod">
          <ac:chgData name="Carlo Rossini" userId="1cb38a7a-3dee-462d-b369-507640c3ebd4" providerId="ADAL" clId="{93BE73C6-C764-4F2A-BEF0-E409E9E74D8E}" dt="2026-02-20T08:49:00.456" v="1509" actId="207"/>
          <ac:spMkLst>
            <pc:docMk/>
            <pc:sldMk cId="1392444945" sldId="517"/>
            <ac:spMk id="40" creationId="{16A1495F-00D2-18E9-21BA-01F6A43F9CEF}"/>
          </ac:spMkLst>
        </pc:spChg>
        <pc:spChg chg="add mod">
          <ac:chgData name="Carlo Rossini" userId="1cb38a7a-3dee-462d-b369-507640c3ebd4" providerId="ADAL" clId="{93BE73C6-C764-4F2A-BEF0-E409E9E74D8E}" dt="2026-02-20T08:49:17.265" v="1531" actId="207"/>
          <ac:spMkLst>
            <pc:docMk/>
            <pc:sldMk cId="1392444945" sldId="517"/>
            <ac:spMk id="41" creationId="{874090D4-9548-8F6E-06BD-9E5D31BBEA4F}"/>
          </ac:spMkLst>
        </pc:spChg>
      </pc:sldChg>
      <pc:sldChg chg="addSp delSp modSp mod modClrScheme chgLayout">
        <pc:chgData name="Carlo Rossini" userId="1cb38a7a-3dee-462d-b369-507640c3ebd4" providerId="ADAL" clId="{93BE73C6-C764-4F2A-BEF0-E409E9E74D8E}" dt="2026-02-20T08:24:27.371" v="1084" actId="1076"/>
        <pc:sldMkLst>
          <pc:docMk/>
          <pc:sldMk cId="1858732342" sldId="518"/>
        </pc:sldMkLst>
        <pc:spChg chg="mod ord">
          <ac:chgData name="Carlo Rossini" userId="1cb38a7a-3dee-462d-b369-507640c3ebd4" providerId="ADAL" clId="{93BE73C6-C764-4F2A-BEF0-E409E9E74D8E}" dt="2026-02-19T15:43:32.516" v="476" actId="700"/>
          <ac:spMkLst>
            <pc:docMk/>
            <pc:sldMk cId="1858732342" sldId="518"/>
            <ac:spMk id="4" creationId="{274A1727-C513-618A-99F1-586838B4FE22}"/>
          </ac:spMkLst>
        </pc:spChg>
        <pc:spChg chg="mod">
          <ac:chgData name="Carlo Rossini" userId="1cb38a7a-3dee-462d-b369-507640c3ebd4" providerId="ADAL" clId="{93BE73C6-C764-4F2A-BEF0-E409E9E74D8E}" dt="2026-02-19T15:43:26.534" v="474" actId="1076"/>
          <ac:spMkLst>
            <pc:docMk/>
            <pc:sldMk cId="1858732342" sldId="518"/>
            <ac:spMk id="7" creationId="{2A0E33E8-1191-1DA0-DF7B-D75F87B61623}"/>
          </ac:spMkLst>
        </pc:spChg>
        <pc:picChg chg="mod">
          <ac:chgData name="Carlo Rossini" userId="1cb38a7a-3dee-462d-b369-507640c3ebd4" providerId="ADAL" clId="{93BE73C6-C764-4F2A-BEF0-E409E9E74D8E}" dt="2026-02-20T08:24:27.371" v="1084" actId="1076"/>
          <ac:picMkLst>
            <pc:docMk/>
            <pc:sldMk cId="1858732342" sldId="518"/>
            <ac:picMk id="3" creationId="{7D25B83D-D000-0A49-6491-748AA2B7761E}"/>
          </ac:picMkLst>
        </pc:picChg>
        <pc:picChg chg="mod">
          <ac:chgData name="Carlo Rossini" userId="1cb38a7a-3dee-462d-b369-507640c3ebd4" providerId="ADAL" clId="{93BE73C6-C764-4F2A-BEF0-E409E9E74D8E}" dt="2026-02-19T15:43:19.725" v="473" actId="1076"/>
          <ac:picMkLst>
            <pc:docMk/>
            <pc:sldMk cId="1858732342" sldId="518"/>
            <ac:picMk id="5" creationId="{179B2443-968C-2672-B405-B623DE48B514}"/>
          </ac:picMkLst>
        </pc:picChg>
        <pc:picChg chg="add mod">
          <ac:chgData name="Carlo Rossini" userId="1cb38a7a-3dee-462d-b369-507640c3ebd4" providerId="ADAL" clId="{93BE73C6-C764-4F2A-BEF0-E409E9E74D8E}" dt="2026-02-19T15:44:48.429" v="486" actId="14100"/>
          <ac:picMkLst>
            <pc:docMk/>
            <pc:sldMk cId="1858732342" sldId="518"/>
            <ac:picMk id="8" creationId="{2031C330-AF04-9F0D-27F3-59FBD6C94CB9}"/>
          </ac:picMkLst>
        </pc:picChg>
      </pc:sldChg>
      <pc:sldChg chg="addSp delSp modSp mod modClrScheme chgLayout">
        <pc:chgData name="Carlo Rossini" userId="1cb38a7a-3dee-462d-b369-507640c3ebd4" providerId="ADAL" clId="{93BE73C6-C764-4F2A-BEF0-E409E9E74D8E}" dt="2026-02-20T08:49:51.306" v="1536"/>
        <pc:sldMkLst>
          <pc:docMk/>
          <pc:sldMk cId="3378660274" sldId="520"/>
        </pc:sldMkLst>
        <pc:spChg chg="add mod ord">
          <ac:chgData name="Carlo Rossini" userId="1cb38a7a-3dee-462d-b369-507640c3ebd4" providerId="ADAL" clId="{93BE73C6-C764-4F2A-BEF0-E409E9E74D8E}" dt="2026-02-20T08:49:40.584" v="1534" actId="14100"/>
          <ac:spMkLst>
            <pc:docMk/>
            <pc:sldMk cId="3378660274" sldId="520"/>
            <ac:spMk id="2" creationId="{7E08BD48-6BA5-C1B0-BAD8-92830FDDDC26}"/>
          </ac:spMkLst>
        </pc:spChg>
        <pc:spChg chg="mod ord">
          <ac:chgData name="Carlo Rossini" userId="1cb38a7a-3dee-462d-b369-507640c3ebd4" providerId="ADAL" clId="{93BE73C6-C764-4F2A-BEF0-E409E9E74D8E}" dt="2026-02-20T08:49:33.383" v="1532" actId="700"/>
          <ac:spMkLst>
            <pc:docMk/>
            <pc:sldMk cId="3378660274" sldId="520"/>
            <ac:spMk id="4" creationId="{446B2D71-3397-2AA4-2F93-C82680B237A5}"/>
          </ac:spMkLst>
        </pc:spChg>
        <pc:picChg chg="add mod modCrop">
          <ac:chgData name="Carlo Rossini" userId="1cb38a7a-3dee-462d-b369-507640c3ebd4" providerId="ADAL" clId="{93BE73C6-C764-4F2A-BEF0-E409E9E74D8E}" dt="2026-02-20T08:28:29.903" v="1130" actId="1076"/>
          <ac:picMkLst>
            <pc:docMk/>
            <pc:sldMk cId="3378660274" sldId="520"/>
            <ac:picMk id="7" creationId="{78084291-A746-56CC-9EF2-ED7104AC949B}"/>
          </ac:picMkLst>
        </pc:picChg>
        <pc:picChg chg="add mod modCrop">
          <ac:chgData name="Carlo Rossini" userId="1cb38a7a-3dee-462d-b369-507640c3ebd4" providerId="ADAL" clId="{93BE73C6-C764-4F2A-BEF0-E409E9E74D8E}" dt="2026-02-20T08:28:29.903" v="1130" actId="1076"/>
          <ac:picMkLst>
            <pc:docMk/>
            <pc:sldMk cId="3378660274" sldId="520"/>
            <ac:picMk id="8" creationId="{03D4EF6C-89AF-4458-7836-9236BD520020}"/>
          </ac:picMkLst>
        </pc:picChg>
        <pc:picChg chg="add mod">
          <ac:chgData name="Carlo Rossini" userId="1cb38a7a-3dee-462d-b369-507640c3ebd4" providerId="ADAL" clId="{93BE73C6-C764-4F2A-BEF0-E409E9E74D8E}" dt="2026-02-20T08:49:51.306" v="1536"/>
          <ac:picMkLst>
            <pc:docMk/>
            <pc:sldMk cId="3378660274" sldId="520"/>
            <ac:picMk id="9" creationId="{62A1B53D-40F2-2B18-BA57-54D3124C59FE}"/>
          </ac:picMkLst>
        </pc:picChg>
        <pc:picChg chg="add mod modCrop">
          <ac:chgData name="Carlo Rossini" userId="1cb38a7a-3dee-462d-b369-507640c3ebd4" providerId="ADAL" clId="{93BE73C6-C764-4F2A-BEF0-E409E9E74D8E}" dt="2026-02-20T08:28:29.903" v="1130" actId="1076"/>
          <ac:picMkLst>
            <pc:docMk/>
            <pc:sldMk cId="3378660274" sldId="520"/>
            <ac:picMk id="10" creationId="{C227A062-26D6-2A04-2D1E-10D026B789C1}"/>
          </ac:picMkLst>
        </pc:picChg>
      </pc:sldChg>
      <pc:sldChg chg="modSp mod modClrScheme chgLayout">
        <pc:chgData name="Carlo Rossini" userId="1cb38a7a-3dee-462d-b369-507640c3ebd4" providerId="ADAL" clId="{93BE73C6-C764-4F2A-BEF0-E409E9E74D8E}" dt="2026-02-19T15:43:01.501" v="472" actId="14100"/>
        <pc:sldMkLst>
          <pc:docMk/>
          <pc:sldMk cId="3758244817" sldId="526"/>
        </pc:sldMkLst>
        <pc:spChg chg="mod ord">
          <ac:chgData name="Carlo Rossini" userId="1cb38a7a-3dee-462d-b369-507640c3ebd4" providerId="ADAL" clId="{93BE73C6-C764-4F2A-BEF0-E409E9E74D8E}" dt="2026-02-19T15:42:55.079" v="471" actId="700"/>
          <ac:spMkLst>
            <pc:docMk/>
            <pc:sldMk cId="3758244817" sldId="526"/>
            <ac:spMk id="2" creationId="{792A4A7D-8CF3-92B2-D166-FB2366C4BD05}"/>
          </ac:spMkLst>
        </pc:spChg>
        <pc:spChg chg="mod ord">
          <ac:chgData name="Carlo Rossini" userId="1cb38a7a-3dee-462d-b369-507640c3ebd4" providerId="ADAL" clId="{93BE73C6-C764-4F2A-BEF0-E409E9E74D8E}" dt="2026-02-19T15:42:55.079" v="471" actId="700"/>
          <ac:spMkLst>
            <pc:docMk/>
            <pc:sldMk cId="3758244817" sldId="526"/>
            <ac:spMk id="4" creationId="{50779CE7-4D0E-63A8-D019-23D14D7DBCC6}"/>
          </ac:spMkLst>
        </pc:spChg>
        <pc:spChg chg="mod ord">
          <ac:chgData name="Carlo Rossini" userId="1cb38a7a-3dee-462d-b369-507640c3ebd4" providerId="ADAL" clId="{93BE73C6-C764-4F2A-BEF0-E409E9E74D8E}" dt="2026-02-19T15:43:01.501" v="472" actId="14100"/>
          <ac:spMkLst>
            <pc:docMk/>
            <pc:sldMk cId="3758244817" sldId="526"/>
            <ac:spMk id="5" creationId="{9089B9E4-D117-1769-C107-C82744EBA7B3}"/>
          </ac:spMkLst>
        </pc:spChg>
      </pc:sldChg>
      <pc:sldChg chg="modSp add mod ord">
        <pc:chgData name="Carlo Rossini" userId="1cb38a7a-3dee-462d-b369-507640c3ebd4" providerId="ADAL" clId="{93BE73C6-C764-4F2A-BEF0-E409E9E74D8E}" dt="2026-02-20T08:17:04.056" v="957" actId="20577"/>
        <pc:sldMkLst>
          <pc:docMk/>
          <pc:sldMk cId="2389901298" sldId="536"/>
        </pc:sldMkLst>
        <pc:spChg chg="mod">
          <ac:chgData name="Carlo Rossini" userId="1cb38a7a-3dee-462d-b369-507640c3ebd4" providerId="ADAL" clId="{93BE73C6-C764-4F2A-BEF0-E409E9E74D8E}" dt="2026-02-20T08:17:04.056" v="957" actId="20577"/>
          <ac:spMkLst>
            <pc:docMk/>
            <pc:sldMk cId="2389901298" sldId="536"/>
            <ac:spMk id="8" creationId="{4BBCE021-B68D-3966-4E70-EFC552FCB3EF}"/>
          </ac:spMkLst>
        </pc:spChg>
      </pc:sldChg>
      <pc:sldChg chg="modSp add ord">
        <pc:chgData name="Carlo Rossini" userId="1cb38a7a-3dee-462d-b369-507640c3ebd4" providerId="ADAL" clId="{93BE73C6-C764-4F2A-BEF0-E409E9E74D8E}" dt="2026-02-20T08:17:18.915" v="962"/>
        <pc:sldMkLst>
          <pc:docMk/>
          <pc:sldMk cId="3639139761" sldId="537"/>
        </pc:sldMkLst>
        <pc:spChg chg="mod">
          <ac:chgData name="Carlo Rossini" userId="1cb38a7a-3dee-462d-b369-507640c3ebd4" providerId="ADAL" clId="{93BE73C6-C764-4F2A-BEF0-E409E9E74D8E}" dt="2026-02-20T08:17:18.915" v="962"/>
          <ac:spMkLst>
            <pc:docMk/>
            <pc:sldMk cId="3639139761" sldId="537"/>
            <ac:spMk id="8" creationId="{70E1691D-55AA-343F-8491-B4EDA8CA4DE2}"/>
          </ac:spMkLst>
        </pc:spChg>
      </pc:sldChg>
    </pc:docChg>
  </pc:docChgLst>
  <pc:docChgLst>
    <pc:chgData name="Andrea Botti" userId="0dfff3e0-3150-44bf-bd92-917cf9a7c1d3" providerId="ADAL" clId="{FCF0A4D7-0AC1-4FAB-A65C-B90D78AFF312}"/>
    <pc:docChg chg="undo redo custSel addSld delSld modSld sldOrd addMainMaster modMainMaster">
      <pc:chgData name="Andrea Botti" userId="0dfff3e0-3150-44bf-bd92-917cf9a7c1d3" providerId="ADAL" clId="{FCF0A4D7-0AC1-4FAB-A65C-B90D78AFF312}" dt="2026-02-19T14:37:39.681" v="1406" actId="700"/>
      <pc:docMkLst>
        <pc:docMk/>
      </pc:docMkLst>
      <pc:sldChg chg="addSp delSp modSp mod modClrScheme chgLayout">
        <pc:chgData name="Andrea Botti" userId="0dfff3e0-3150-44bf-bd92-917cf9a7c1d3" providerId="ADAL" clId="{FCF0A4D7-0AC1-4FAB-A65C-B90D78AFF312}" dt="2026-02-19T13:31:05.173" v="1149" actId="700"/>
        <pc:sldMkLst>
          <pc:docMk/>
          <pc:sldMk cId="2571075135" sldId="512"/>
        </pc:sldMkLst>
        <pc:spChg chg="add mod ord">
          <ac:chgData name="Andrea Botti" userId="0dfff3e0-3150-44bf-bd92-917cf9a7c1d3" providerId="ADAL" clId="{FCF0A4D7-0AC1-4FAB-A65C-B90D78AFF312}" dt="2026-02-19T13:31:05.173" v="1149" actId="700"/>
          <ac:spMkLst>
            <pc:docMk/>
            <pc:sldMk cId="2571075135" sldId="512"/>
            <ac:spMk id="2" creationId="{1C42BB02-DEF0-0E45-515A-C68EDAC03DC8}"/>
          </ac:spMkLst>
        </pc:spChg>
        <pc:spChg chg="mod ord">
          <ac:chgData name="Andrea Botti" userId="0dfff3e0-3150-44bf-bd92-917cf9a7c1d3" providerId="ADAL" clId="{FCF0A4D7-0AC1-4FAB-A65C-B90D78AFF312}" dt="2026-02-19T13:31:05.173" v="1149" actId="700"/>
          <ac:spMkLst>
            <pc:docMk/>
            <pc:sldMk cId="2571075135" sldId="512"/>
            <ac:spMk id="4" creationId="{B308B0ED-0BF4-1CC5-B05A-E223ECF6EA1F}"/>
          </ac:spMkLst>
        </pc:spChg>
        <pc:spChg chg="mod ord">
          <ac:chgData name="Andrea Botti" userId="0dfff3e0-3150-44bf-bd92-917cf9a7c1d3" providerId="ADAL" clId="{FCF0A4D7-0AC1-4FAB-A65C-B90D78AFF312}" dt="2026-02-19T13:31:05.173" v="1149" actId="700"/>
          <ac:spMkLst>
            <pc:docMk/>
            <pc:sldMk cId="2571075135" sldId="512"/>
            <ac:spMk id="5" creationId="{B0F66972-5286-4516-EBF9-2B019E403F4D}"/>
          </ac:spMkLst>
        </pc:spChg>
      </pc:sldChg>
      <pc:sldChg chg="modSp mod modClrScheme chgLayout">
        <pc:chgData name="Andrea Botti" userId="0dfff3e0-3150-44bf-bd92-917cf9a7c1d3" providerId="ADAL" clId="{FCF0A4D7-0AC1-4FAB-A65C-B90D78AFF312}" dt="2026-02-19T14:21:37.975" v="1322" actId="948"/>
        <pc:sldMkLst>
          <pc:docMk/>
          <pc:sldMk cId="1557394677" sldId="513"/>
        </pc:sldMkLst>
        <pc:spChg chg="mod ord">
          <ac:chgData name="Andrea Botti" userId="0dfff3e0-3150-44bf-bd92-917cf9a7c1d3" providerId="ADAL" clId="{FCF0A4D7-0AC1-4FAB-A65C-B90D78AFF312}" dt="2026-02-19T13:26:35.006" v="1142" actId="700"/>
          <ac:spMkLst>
            <pc:docMk/>
            <pc:sldMk cId="1557394677" sldId="513"/>
            <ac:spMk id="2" creationId="{A581DA51-A839-8A5E-F9BC-757079DA3468}"/>
          </ac:spMkLst>
        </pc:spChg>
        <pc:spChg chg="mod ord">
          <ac:chgData name="Andrea Botti" userId="0dfff3e0-3150-44bf-bd92-917cf9a7c1d3" providerId="ADAL" clId="{FCF0A4D7-0AC1-4FAB-A65C-B90D78AFF312}" dt="2026-02-19T13:26:35.006" v="1142" actId="700"/>
          <ac:spMkLst>
            <pc:docMk/>
            <pc:sldMk cId="1557394677" sldId="513"/>
            <ac:spMk id="3" creationId="{9491BABA-65B8-006B-AFFB-6EA99887ED5C}"/>
          </ac:spMkLst>
        </pc:spChg>
        <pc:spChg chg="mod ord">
          <ac:chgData name="Andrea Botti" userId="0dfff3e0-3150-44bf-bd92-917cf9a7c1d3" providerId="ADAL" clId="{FCF0A4D7-0AC1-4FAB-A65C-B90D78AFF312}" dt="2026-02-19T13:26:35.006" v="1142" actId="700"/>
          <ac:spMkLst>
            <pc:docMk/>
            <pc:sldMk cId="1557394677" sldId="513"/>
            <ac:spMk id="7" creationId="{CD3ED6CC-43A8-49E6-323C-F100FA7F6371}"/>
          </ac:spMkLst>
        </pc:spChg>
        <pc:spChg chg="mod ord">
          <ac:chgData name="Andrea Botti" userId="0dfff3e0-3150-44bf-bd92-917cf9a7c1d3" providerId="ADAL" clId="{FCF0A4D7-0AC1-4FAB-A65C-B90D78AFF312}" dt="2026-02-19T14:21:37.975" v="1322" actId="948"/>
          <ac:spMkLst>
            <pc:docMk/>
            <pc:sldMk cId="1557394677" sldId="513"/>
            <ac:spMk id="8" creationId="{9C9E5060-23A8-85BD-25CD-59B15DFC4F22}"/>
          </ac:spMkLst>
        </pc:spChg>
      </pc:sldChg>
      <pc:sldChg chg="modSp mod modClrScheme chgLayout">
        <pc:chgData name="Andrea Botti" userId="0dfff3e0-3150-44bf-bd92-917cf9a7c1d3" providerId="ADAL" clId="{FCF0A4D7-0AC1-4FAB-A65C-B90D78AFF312}" dt="2026-02-19T13:44:03.118" v="1267" actId="1076"/>
        <pc:sldMkLst>
          <pc:docMk/>
          <pc:sldMk cId="1404968683" sldId="514"/>
        </pc:sldMkLst>
        <pc:spChg chg="mod ord">
          <ac:chgData name="Andrea Botti" userId="0dfff3e0-3150-44bf-bd92-917cf9a7c1d3" providerId="ADAL" clId="{FCF0A4D7-0AC1-4FAB-A65C-B90D78AFF312}" dt="2026-02-19T13:22:15.804" v="1136" actId="700"/>
          <ac:spMkLst>
            <pc:docMk/>
            <pc:sldMk cId="1404968683" sldId="514"/>
            <ac:spMk id="4" creationId="{3D741FBA-A489-377D-34A5-615BFB8BF16E}"/>
          </ac:spMkLst>
        </pc:spChg>
        <pc:spChg chg="mod ord">
          <ac:chgData name="Andrea Botti" userId="0dfff3e0-3150-44bf-bd92-917cf9a7c1d3" providerId="ADAL" clId="{FCF0A4D7-0AC1-4FAB-A65C-B90D78AFF312}" dt="2026-02-19T13:22:15.804" v="1136" actId="700"/>
          <ac:spMkLst>
            <pc:docMk/>
            <pc:sldMk cId="1404968683" sldId="514"/>
            <ac:spMk id="5" creationId="{E8D0CC5B-A02C-7CCE-0CC6-EF98B54D6364}"/>
          </ac:spMkLst>
        </pc:spChg>
      </pc:sldChg>
      <pc:sldChg chg="addSp delSp modSp mod modClrScheme chgLayout">
        <pc:chgData name="Andrea Botti" userId="0dfff3e0-3150-44bf-bd92-917cf9a7c1d3" providerId="ADAL" clId="{FCF0A4D7-0AC1-4FAB-A65C-B90D78AFF312}" dt="2026-02-19T14:16:22.077" v="1319" actId="14100"/>
        <pc:sldMkLst>
          <pc:docMk/>
          <pc:sldMk cId="4084004595" sldId="515"/>
        </pc:sldMkLst>
        <pc:spChg chg="mod ord">
          <ac:chgData name="Andrea Botti" userId="0dfff3e0-3150-44bf-bd92-917cf9a7c1d3" providerId="ADAL" clId="{FCF0A4D7-0AC1-4FAB-A65C-B90D78AFF312}" dt="2026-02-19T13:30:18.151" v="1145" actId="700"/>
          <ac:spMkLst>
            <pc:docMk/>
            <pc:sldMk cId="4084004595" sldId="515"/>
            <ac:spMk id="4" creationId="{ACC17896-A002-2D97-6ADA-2B29421B2483}"/>
          </ac:spMkLst>
        </pc:spChg>
      </pc:sldChg>
      <pc:sldChg chg="addSp delSp modSp mod modClrScheme chgLayout">
        <pc:chgData name="Andrea Botti" userId="0dfff3e0-3150-44bf-bd92-917cf9a7c1d3" providerId="ADAL" clId="{FCF0A4D7-0AC1-4FAB-A65C-B90D78AFF312}" dt="2026-02-19T13:33:17.375" v="1153" actId="478"/>
        <pc:sldMkLst>
          <pc:docMk/>
          <pc:sldMk cId="4242574641" sldId="516"/>
        </pc:sldMkLst>
        <pc:spChg chg="mod ord">
          <ac:chgData name="Andrea Botti" userId="0dfff3e0-3150-44bf-bd92-917cf9a7c1d3" providerId="ADAL" clId="{FCF0A4D7-0AC1-4FAB-A65C-B90D78AFF312}" dt="2026-02-19T13:30:13.995" v="1144" actId="700"/>
          <ac:spMkLst>
            <pc:docMk/>
            <pc:sldMk cId="4242574641" sldId="516"/>
            <ac:spMk id="4" creationId="{0A4B2E8E-867D-09FB-833A-A878550CDF52}"/>
          </ac:spMkLst>
        </pc:spChg>
      </pc:sldChg>
      <pc:sldChg chg="modSp mod ord">
        <pc:chgData name="Andrea Botti" userId="0dfff3e0-3150-44bf-bd92-917cf9a7c1d3" providerId="ADAL" clId="{FCF0A4D7-0AC1-4FAB-A65C-B90D78AFF312}" dt="2026-02-19T13:11:34.626" v="1020" actId="20577"/>
        <pc:sldMkLst>
          <pc:docMk/>
          <pc:sldMk cId="1392444945" sldId="517"/>
        </pc:sldMkLst>
        <pc:spChg chg="mod">
          <ac:chgData name="Andrea Botti" userId="0dfff3e0-3150-44bf-bd92-917cf9a7c1d3" providerId="ADAL" clId="{FCF0A4D7-0AC1-4FAB-A65C-B90D78AFF312}" dt="2026-02-19T13:11:34.626" v="1020" actId="20577"/>
          <ac:spMkLst>
            <pc:docMk/>
            <pc:sldMk cId="1392444945" sldId="517"/>
            <ac:spMk id="4" creationId="{6C1D5325-902E-F6C8-2474-77CB148EA38B}"/>
          </ac:spMkLst>
        </pc:spChg>
      </pc:sldChg>
      <pc:sldChg chg="addSp modSp mod ord">
        <pc:chgData name="Andrea Botti" userId="0dfff3e0-3150-44bf-bd92-917cf9a7c1d3" providerId="ADAL" clId="{FCF0A4D7-0AC1-4FAB-A65C-B90D78AFF312}" dt="2026-02-19T14:34:00.127" v="1402"/>
        <pc:sldMkLst>
          <pc:docMk/>
          <pc:sldMk cId="1858732342" sldId="518"/>
        </pc:sldMkLst>
        <pc:spChg chg="mod">
          <ac:chgData name="Andrea Botti" userId="0dfff3e0-3150-44bf-bd92-917cf9a7c1d3" providerId="ADAL" clId="{FCF0A4D7-0AC1-4FAB-A65C-B90D78AFF312}" dt="2026-02-19T13:11:28.177" v="1011" actId="790"/>
          <ac:spMkLst>
            <pc:docMk/>
            <pc:sldMk cId="1858732342" sldId="518"/>
            <ac:spMk id="4" creationId="{274A1727-C513-618A-99F1-586838B4FE22}"/>
          </ac:spMkLst>
        </pc:spChg>
        <pc:spChg chg="add mod">
          <ac:chgData name="Andrea Botti" userId="0dfff3e0-3150-44bf-bd92-917cf9a7c1d3" providerId="ADAL" clId="{FCF0A4D7-0AC1-4FAB-A65C-B90D78AFF312}" dt="2026-02-19T14:33:39.889" v="1400" actId="20577"/>
          <ac:spMkLst>
            <pc:docMk/>
            <pc:sldMk cId="1858732342" sldId="518"/>
            <ac:spMk id="7" creationId="{2A0E33E8-1191-1DA0-DF7B-D75F87B61623}"/>
          </ac:spMkLst>
        </pc:spChg>
        <pc:picChg chg="mod">
          <ac:chgData name="Andrea Botti" userId="0dfff3e0-3150-44bf-bd92-917cf9a7c1d3" providerId="ADAL" clId="{FCF0A4D7-0AC1-4FAB-A65C-B90D78AFF312}" dt="2026-02-19T13:48:14.629" v="1284" actId="1076"/>
          <ac:picMkLst>
            <pc:docMk/>
            <pc:sldMk cId="1858732342" sldId="518"/>
            <ac:picMk id="5" creationId="{179B2443-968C-2672-B405-B623DE48B514}"/>
          </ac:picMkLst>
        </pc:picChg>
      </pc:sldChg>
      <pc:sldChg chg="modSp mod ord">
        <pc:chgData name="Andrea Botti" userId="0dfff3e0-3150-44bf-bd92-917cf9a7c1d3" providerId="ADAL" clId="{FCF0A4D7-0AC1-4FAB-A65C-B90D78AFF312}" dt="2026-02-19T13:10:38.768" v="972"/>
        <pc:sldMkLst>
          <pc:docMk/>
          <pc:sldMk cId="3378660274" sldId="520"/>
        </pc:sldMkLst>
      </pc:sldChg>
      <pc:sldChg chg="modSp mod modClrScheme chgLayout">
        <pc:chgData name="Andrea Botti" userId="0dfff3e0-3150-44bf-bd92-917cf9a7c1d3" providerId="ADAL" clId="{FCF0A4D7-0AC1-4FAB-A65C-B90D78AFF312}" dt="2026-02-19T14:21:15.871" v="1321" actId="14100"/>
        <pc:sldMkLst>
          <pc:docMk/>
          <pc:sldMk cId="2594304973" sldId="521"/>
        </pc:sldMkLst>
        <pc:spChg chg="mod ord">
          <ac:chgData name="Andrea Botti" userId="0dfff3e0-3150-44bf-bd92-917cf9a7c1d3" providerId="ADAL" clId="{FCF0A4D7-0AC1-4FAB-A65C-B90D78AFF312}" dt="2026-02-19T13:30:58.476" v="1148" actId="700"/>
          <ac:spMkLst>
            <pc:docMk/>
            <pc:sldMk cId="2594304973" sldId="521"/>
            <ac:spMk id="2" creationId="{2C212368-C33B-3885-C66A-B9B4F7B0E1B2}"/>
          </ac:spMkLst>
        </pc:spChg>
        <pc:spChg chg="mod ord">
          <ac:chgData name="Andrea Botti" userId="0dfff3e0-3150-44bf-bd92-917cf9a7c1d3" providerId="ADAL" clId="{FCF0A4D7-0AC1-4FAB-A65C-B90D78AFF312}" dt="2026-02-19T13:30:58.476" v="1148" actId="700"/>
          <ac:spMkLst>
            <pc:docMk/>
            <pc:sldMk cId="2594304973" sldId="521"/>
            <ac:spMk id="3" creationId="{DF6908D9-8AF2-19B8-325D-877E6A9EB232}"/>
          </ac:spMkLst>
        </pc:spChg>
        <pc:spChg chg="mod ord">
          <ac:chgData name="Andrea Botti" userId="0dfff3e0-3150-44bf-bd92-917cf9a7c1d3" providerId="ADAL" clId="{FCF0A4D7-0AC1-4FAB-A65C-B90D78AFF312}" dt="2026-02-19T13:30:58.476" v="1148" actId="700"/>
          <ac:spMkLst>
            <pc:docMk/>
            <pc:sldMk cId="2594304973" sldId="521"/>
            <ac:spMk id="7" creationId="{3BBB6CB2-03C5-60F7-4599-88FC72200F02}"/>
          </ac:spMkLst>
        </pc:spChg>
        <pc:spChg chg="mod ord">
          <ac:chgData name="Andrea Botti" userId="0dfff3e0-3150-44bf-bd92-917cf9a7c1d3" providerId="ADAL" clId="{FCF0A4D7-0AC1-4FAB-A65C-B90D78AFF312}" dt="2026-02-19T14:21:15.871" v="1321" actId="14100"/>
          <ac:spMkLst>
            <pc:docMk/>
            <pc:sldMk cId="2594304973" sldId="521"/>
            <ac:spMk id="8" creationId="{68B4F518-3EDC-4B70-A2EE-E4D773B8A0A0}"/>
          </ac:spMkLst>
        </pc:spChg>
      </pc:sldChg>
      <pc:sldChg chg="modSp mod modClrScheme chgLayout">
        <pc:chgData name="Andrea Botti" userId="0dfff3e0-3150-44bf-bd92-917cf9a7c1d3" providerId="ADAL" clId="{FCF0A4D7-0AC1-4FAB-A65C-B90D78AFF312}" dt="2026-02-19T14:37:39.681" v="1406" actId="700"/>
        <pc:sldMkLst>
          <pc:docMk/>
          <pc:sldMk cId="20418660" sldId="523"/>
        </pc:sldMkLst>
        <pc:spChg chg="mod ord">
          <ac:chgData name="Andrea Botti" userId="0dfff3e0-3150-44bf-bd92-917cf9a7c1d3" providerId="ADAL" clId="{FCF0A4D7-0AC1-4FAB-A65C-B90D78AFF312}" dt="2026-02-19T14:37:39.681" v="1406" actId="700"/>
          <ac:spMkLst>
            <pc:docMk/>
            <pc:sldMk cId="20418660" sldId="523"/>
            <ac:spMk id="6" creationId="{E8BD52D5-EC4D-3DA0-4E4D-6C678D579848}"/>
          </ac:spMkLst>
        </pc:spChg>
        <pc:spChg chg="mod ord">
          <ac:chgData name="Andrea Botti" userId="0dfff3e0-3150-44bf-bd92-917cf9a7c1d3" providerId="ADAL" clId="{FCF0A4D7-0AC1-4FAB-A65C-B90D78AFF312}" dt="2026-02-19T14:37:39.681" v="1406" actId="700"/>
          <ac:spMkLst>
            <pc:docMk/>
            <pc:sldMk cId="20418660" sldId="523"/>
            <ac:spMk id="7" creationId="{3A0AF7E5-0AA9-208F-1A46-1680B59E4B71}"/>
          </ac:spMkLst>
        </pc:spChg>
        <pc:spChg chg="mod ord">
          <ac:chgData name="Andrea Botti" userId="0dfff3e0-3150-44bf-bd92-917cf9a7c1d3" providerId="ADAL" clId="{FCF0A4D7-0AC1-4FAB-A65C-B90D78AFF312}" dt="2026-02-19T14:37:39.681" v="1406" actId="700"/>
          <ac:spMkLst>
            <pc:docMk/>
            <pc:sldMk cId="20418660" sldId="523"/>
            <ac:spMk id="8" creationId="{7864C2C1-91DA-DC44-9876-E9607DD2E72E}"/>
          </ac:spMkLst>
        </pc:spChg>
      </pc:sldChg>
      <pc:sldChg chg="modSp mod">
        <pc:chgData name="Andrea Botti" userId="0dfff3e0-3150-44bf-bd92-917cf9a7c1d3" providerId="ADAL" clId="{FCF0A4D7-0AC1-4FAB-A65C-B90D78AFF312}" dt="2026-02-19T12:56:04.443" v="346" actId="20577"/>
        <pc:sldMkLst>
          <pc:docMk/>
          <pc:sldMk cId="34643586" sldId="524"/>
        </pc:sldMkLst>
        <pc:spChg chg="mod">
          <ac:chgData name="Andrea Botti" userId="0dfff3e0-3150-44bf-bd92-917cf9a7c1d3" providerId="ADAL" clId="{FCF0A4D7-0AC1-4FAB-A65C-B90D78AFF312}" dt="2026-02-19T12:56:04.443" v="346" actId="20577"/>
          <ac:spMkLst>
            <pc:docMk/>
            <pc:sldMk cId="34643586" sldId="524"/>
            <ac:spMk id="5" creationId="{F133CC15-2C34-B2A8-2D8B-0C7C30575239}"/>
          </ac:spMkLst>
        </pc:spChg>
      </pc:sldChg>
      <pc:sldChg chg="addSp modSp add mod ord">
        <pc:chgData name="Andrea Botti" userId="0dfff3e0-3150-44bf-bd92-917cf9a7c1d3" providerId="ADAL" clId="{FCF0A4D7-0AC1-4FAB-A65C-B90D78AFF312}" dt="2026-02-19T14:07:41.029" v="1311" actId="403"/>
        <pc:sldMkLst>
          <pc:docMk/>
          <pc:sldMk cId="3758244817" sldId="526"/>
        </pc:sldMkLst>
        <pc:spChg chg="mod">
          <ac:chgData name="Andrea Botti" userId="0dfff3e0-3150-44bf-bd92-917cf9a7c1d3" providerId="ADAL" clId="{FCF0A4D7-0AC1-4FAB-A65C-B90D78AFF312}" dt="2026-02-19T13:34:16.549" v="1156" actId="790"/>
          <ac:spMkLst>
            <pc:docMk/>
            <pc:sldMk cId="3758244817" sldId="526"/>
            <ac:spMk id="2" creationId="{792A4A7D-8CF3-92B2-D166-FB2366C4BD05}"/>
          </ac:spMkLst>
        </pc:spChg>
        <pc:spChg chg="mod">
          <ac:chgData name="Andrea Botti" userId="0dfff3e0-3150-44bf-bd92-917cf9a7c1d3" providerId="ADAL" clId="{FCF0A4D7-0AC1-4FAB-A65C-B90D78AFF312}" dt="2026-02-19T13:09:09.840" v="918" actId="14100"/>
          <ac:spMkLst>
            <pc:docMk/>
            <pc:sldMk cId="3758244817" sldId="526"/>
            <ac:spMk id="5" creationId="{9089B9E4-D117-1769-C107-C82744EBA7B3}"/>
          </ac:spMkLst>
        </pc:spChg>
        <pc:spChg chg="add mod">
          <ac:chgData name="Andrea Botti" userId="0dfff3e0-3150-44bf-bd92-917cf9a7c1d3" providerId="ADAL" clId="{FCF0A4D7-0AC1-4FAB-A65C-B90D78AFF312}" dt="2026-02-19T13:00:50.219" v="542" actId="6549"/>
          <ac:spMkLst>
            <pc:docMk/>
            <pc:sldMk cId="3758244817" sldId="526"/>
            <ac:spMk id="6" creationId="{46DBB5F1-068C-FD61-859A-0E724E1E52F4}"/>
          </ac:spMkLst>
        </pc:spChg>
        <pc:spChg chg="add mod">
          <ac:chgData name="Andrea Botti" userId="0dfff3e0-3150-44bf-bd92-917cf9a7c1d3" providerId="ADAL" clId="{FCF0A4D7-0AC1-4FAB-A65C-B90D78AFF312}" dt="2026-02-19T13:09:35.547" v="923" actId="948"/>
          <ac:spMkLst>
            <pc:docMk/>
            <pc:sldMk cId="3758244817" sldId="526"/>
            <ac:spMk id="7" creationId="{D43D18F1-0190-6443-2B7D-158A3C6F0808}"/>
          </ac:spMkLst>
        </pc:spChg>
        <pc:spChg chg="add mod">
          <ac:chgData name="Andrea Botti" userId="0dfff3e0-3150-44bf-bd92-917cf9a7c1d3" providerId="ADAL" clId="{FCF0A4D7-0AC1-4FAB-A65C-B90D78AFF312}" dt="2026-02-19T14:07:41.029" v="1311" actId="403"/>
          <ac:spMkLst>
            <pc:docMk/>
            <pc:sldMk cId="3758244817" sldId="526"/>
            <ac:spMk id="8" creationId="{601F4378-AE43-C6EA-E007-52A68DA802A2}"/>
          </ac:spMkLst>
        </pc:spChg>
        <pc:spChg chg="add mod">
          <ac:chgData name="Andrea Botti" userId="0dfff3e0-3150-44bf-bd92-917cf9a7c1d3" providerId="ADAL" clId="{FCF0A4D7-0AC1-4FAB-A65C-B90D78AFF312}" dt="2026-02-19T13:09:54.618" v="950" actId="6549"/>
          <ac:spMkLst>
            <pc:docMk/>
            <pc:sldMk cId="3758244817" sldId="526"/>
            <ac:spMk id="9" creationId="{6607CE1A-29A6-9B49-1379-15A2A5BE41A3}"/>
          </ac:spMkLst>
        </pc:spChg>
        <pc:spChg chg="add mod">
          <ac:chgData name="Andrea Botti" userId="0dfff3e0-3150-44bf-bd92-917cf9a7c1d3" providerId="ADAL" clId="{FCF0A4D7-0AC1-4FAB-A65C-B90D78AFF312}" dt="2026-02-19T13:03:27.839" v="780" actId="14100"/>
          <ac:spMkLst>
            <pc:docMk/>
            <pc:sldMk cId="3758244817" sldId="526"/>
            <ac:spMk id="10" creationId="{8991C5FF-BA83-C982-C1DE-C96EADCEBF51}"/>
          </ac:spMkLst>
        </pc:spChg>
        <pc:spChg chg="add mod">
          <ac:chgData name="Andrea Botti" userId="0dfff3e0-3150-44bf-bd92-917cf9a7c1d3" providerId="ADAL" clId="{FCF0A4D7-0AC1-4FAB-A65C-B90D78AFF312}" dt="2026-02-19T13:07:16.719" v="824" actId="14100"/>
          <ac:spMkLst>
            <pc:docMk/>
            <pc:sldMk cId="3758244817" sldId="526"/>
            <ac:spMk id="11" creationId="{58F000DE-8EBF-C558-A0CC-5B47589674FE}"/>
          </ac:spMkLst>
        </pc:spChg>
        <pc:spChg chg="add mod">
          <ac:chgData name="Andrea Botti" userId="0dfff3e0-3150-44bf-bd92-917cf9a7c1d3" providerId="ADAL" clId="{FCF0A4D7-0AC1-4FAB-A65C-B90D78AFF312}" dt="2026-02-19T13:07:33.900" v="828" actId="14100"/>
          <ac:spMkLst>
            <pc:docMk/>
            <pc:sldMk cId="3758244817" sldId="526"/>
            <ac:spMk id="12" creationId="{2295EDDB-7AA9-4CCE-0AB1-80DF017C4CF2}"/>
          </ac:spMkLst>
        </pc:spChg>
        <pc:spChg chg="add mod">
          <ac:chgData name="Andrea Botti" userId="0dfff3e0-3150-44bf-bd92-917cf9a7c1d3" providerId="ADAL" clId="{FCF0A4D7-0AC1-4FAB-A65C-B90D78AFF312}" dt="2026-02-19T13:07:47.847" v="832" actId="14100"/>
          <ac:spMkLst>
            <pc:docMk/>
            <pc:sldMk cId="3758244817" sldId="526"/>
            <ac:spMk id="13" creationId="{2C928E72-04EB-C545-C431-76085623A5C8}"/>
          </ac:spMkLst>
        </pc:spChg>
      </pc:sldChg>
      <pc:sldChg chg="modSp add mod modClrScheme chgLayout">
        <pc:chgData name="Andrea Botti" userId="0dfff3e0-3150-44bf-bd92-917cf9a7c1d3" providerId="ADAL" clId="{FCF0A4D7-0AC1-4FAB-A65C-B90D78AFF312}" dt="2026-02-19T14:37:23.362" v="1403" actId="700"/>
        <pc:sldMkLst>
          <pc:docMk/>
          <pc:sldMk cId="3475189231" sldId="527"/>
        </pc:sldMkLst>
        <pc:spChg chg="mod ord">
          <ac:chgData name="Andrea Botti" userId="0dfff3e0-3150-44bf-bd92-917cf9a7c1d3" providerId="ADAL" clId="{FCF0A4D7-0AC1-4FAB-A65C-B90D78AFF312}" dt="2026-02-19T14:37:23.362" v="1403" actId="700"/>
          <ac:spMkLst>
            <pc:docMk/>
            <pc:sldMk cId="3475189231" sldId="527"/>
            <ac:spMk id="6" creationId="{B2C37524-82EC-EC86-403C-96BF37DA8D70}"/>
          </ac:spMkLst>
        </pc:spChg>
        <pc:spChg chg="mod ord">
          <ac:chgData name="Andrea Botti" userId="0dfff3e0-3150-44bf-bd92-917cf9a7c1d3" providerId="ADAL" clId="{FCF0A4D7-0AC1-4FAB-A65C-B90D78AFF312}" dt="2026-02-19T14:37:23.362" v="1403" actId="700"/>
          <ac:spMkLst>
            <pc:docMk/>
            <pc:sldMk cId="3475189231" sldId="527"/>
            <ac:spMk id="7" creationId="{A5A02465-B42F-7234-037A-9C8D2853EA3A}"/>
          </ac:spMkLst>
        </pc:spChg>
        <pc:spChg chg="mod ord">
          <ac:chgData name="Andrea Botti" userId="0dfff3e0-3150-44bf-bd92-917cf9a7c1d3" providerId="ADAL" clId="{FCF0A4D7-0AC1-4FAB-A65C-B90D78AFF312}" dt="2026-02-19T14:37:23.362" v="1403" actId="700"/>
          <ac:spMkLst>
            <pc:docMk/>
            <pc:sldMk cId="3475189231" sldId="527"/>
            <ac:spMk id="8" creationId="{6BEE4AC9-8F01-D2E2-C4AD-7CA4423EE7E1}"/>
          </ac:spMkLst>
        </pc:spChg>
      </pc:sldChg>
      <pc:sldChg chg="modSp add mod ord modClrScheme chgLayout">
        <pc:chgData name="Andrea Botti" userId="0dfff3e0-3150-44bf-bd92-917cf9a7c1d3" providerId="ADAL" clId="{FCF0A4D7-0AC1-4FAB-A65C-B90D78AFF312}" dt="2026-02-19T14:37:27.857" v="1404" actId="700"/>
        <pc:sldMkLst>
          <pc:docMk/>
          <pc:sldMk cId="860764728" sldId="528"/>
        </pc:sldMkLst>
        <pc:spChg chg="mod ord">
          <ac:chgData name="Andrea Botti" userId="0dfff3e0-3150-44bf-bd92-917cf9a7c1d3" providerId="ADAL" clId="{FCF0A4D7-0AC1-4FAB-A65C-B90D78AFF312}" dt="2026-02-19T14:37:27.857" v="1404" actId="700"/>
          <ac:spMkLst>
            <pc:docMk/>
            <pc:sldMk cId="860764728" sldId="528"/>
            <ac:spMk id="6" creationId="{9C4B415E-2B3B-6F28-567D-42501A40F656}"/>
          </ac:spMkLst>
        </pc:spChg>
        <pc:spChg chg="mod ord">
          <ac:chgData name="Andrea Botti" userId="0dfff3e0-3150-44bf-bd92-917cf9a7c1d3" providerId="ADAL" clId="{FCF0A4D7-0AC1-4FAB-A65C-B90D78AFF312}" dt="2026-02-19T14:37:27.857" v="1404" actId="700"/>
          <ac:spMkLst>
            <pc:docMk/>
            <pc:sldMk cId="860764728" sldId="528"/>
            <ac:spMk id="7" creationId="{BC263C1D-D629-F78B-BC4E-9004E8C354EE}"/>
          </ac:spMkLst>
        </pc:spChg>
        <pc:spChg chg="mod ord">
          <ac:chgData name="Andrea Botti" userId="0dfff3e0-3150-44bf-bd92-917cf9a7c1d3" providerId="ADAL" clId="{FCF0A4D7-0AC1-4FAB-A65C-B90D78AFF312}" dt="2026-02-19T14:37:27.857" v="1404" actId="700"/>
          <ac:spMkLst>
            <pc:docMk/>
            <pc:sldMk cId="860764728" sldId="528"/>
            <ac:spMk id="8" creationId="{E39E9390-66C5-BDA4-EF6F-8774B05E56B3}"/>
          </ac:spMkLst>
        </pc:spChg>
      </pc:sldChg>
      <pc:sldChg chg="modSp add mod ord modClrScheme chgLayout">
        <pc:chgData name="Andrea Botti" userId="0dfff3e0-3150-44bf-bd92-917cf9a7c1d3" providerId="ADAL" clId="{FCF0A4D7-0AC1-4FAB-A65C-B90D78AFF312}" dt="2026-02-19T14:37:36.550" v="1405" actId="700"/>
        <pc:sldMkLst>
          <pc:docMk/>
          <pc:sldMk cId="1489919646" sldId="529"/>
        </pc:sldMkLst>
        <pc:spChg chg="mod ord">
          <ac:chgData name="Andrea Botti" userId="0dfff3e0-3150-44bf-bd92-917cf9a7c1d3" providerId="ADAL" clId="{FCF0A4D7-0AC1-4FAB-A65C-B90D78AFF312}" dt="2026-02-19T14:37:36.550" v="1405" actId="700"/>
          <ac:spMkLst>
            <pc:docMk/>
            <pc:sldMk cId="1489919646" sldId="529"/>
            <ac:spMk id="6" creationId="{49D64CE7-B1C8-731B-6226-F843717B4E1B}"/>
          </ac:spMkLst>
        </pc:spChg>
        <pc:spChg chg="mod ord">
          <ac:chgData name="Andrea Botti" userId="0dfff3e0-3150-44bf-bd92-917cf9a7c1d3" providerId="ADAL" clId="{FCF0A4D7-0AC1-4FAB-A65C-B90D78AFF312}" dt="2026-02-19T14:37:36.550" v="1405" actId="700"/>
          <ac:spMkLst>
            <pc:docMk/>
            <pc:sldMk cId="1489919646" sldId="529"/>
            <ac:spMk id="7" creationId="{508BD307-31D2-E7DF-AC9D-9317141D7FFA}"/>
          </ac:spMkLst>
        </pc:spChg>
        <pc:spChg chg="mod ord">
          <ac:chgData name="Andrea Botti" userId="0dfff3e0-3150-44bf-bd92-917cf9a7c1d3" providerId="ADAL" clId="{FCF0A4D7-0AC1-4FAB-A65C-B90D78AFF312}" dt="2026-02-19T14:37:36.550" v="1405" actId="700"/>
          <ac:spMkLst>
            <pc:docMk/>
            <pc:sldMk cId="1489919646" sldId="529"/>
            <ac:spMk id="8" creationId="{07CDA9A0-EB51-3688-E661-7BC061CE2BE6}"/>
          </ac:spMkLst>
        </pc:spChg>
      </pc:sldChg>
      <pc:sldMasterChg chg="addSp delSp modSp mod addSldLayout delSldLayout modSldLayout sldLayoutOrd">
        <pc:chgData name="Andrea Botti" userId="0dfff3e0-3150-44bf-bd92-917cf9a7c1d3" providerId="ADAL" clId="{FCF0A4D7-0AC1-4FAB-A65C-B90D78AFF312}" dt="2026-02-19T14:28:22.422" v="1371" actId="478"/>
        <pc:sldMasterMkLst>
          <pc:docMk/>
          <pc:sldMasterMk cId="321240811" sldId="2147483684"/>
        </pc:sldMasterMkLst>
        <pc:spChg chg="add mod">
          <ac:chgData name="Andrea Botti" userId="0dfff3e0-3150-44bf-bd92-917cf9a7c1d3" providerId="ADAL" clId="{FCF0A4D7-0AC1-4FAB-A65C-B90D78AFF312}" dt="2026-02-19T12:46:31.917" v="147" actId="1076"/>
          <ac:spMkLst>
            <pc:docMk/>
            <pc:sldMasterMk cId="321240811" sldId="2147483684"/>
            <ac:spMk id="2" creationId="{06F09540-6230-6ED9-20E5-87727E64BD12}"/>
          </ac:spMkLst>
        </pc:spChg>
        <pc:spChg chg="mod">
          <ac:chgData name="Andrea Botti" userId="0dfff3e0-3150-44bf-bd92-917cf9a7c1d3" providerId="ADAL" clId="{FCF0A4D7-0AC1-4FAB-A65C-B90D78AFF312}" dt="2026-02-19T12:45:53.312" v="96" actId="207"/>
          <ac:spMkLst>
            <pc:docMk/>
            <pc:sldMasterMk cId="321240811" sldId="2147483684"/>
            <ac:spMk id="9" creationId="{2621BE0B-EF41-4B32-74C8-460D21E4B4AA}"/>
          </ac:spMkLst>
        </pc:spChg>
        <pc:spChg chg="mod">
          <ac:chgData name="Andrea Botti" userId="0dfff3e0-3150-44bf-bd92-917cf9a7c1d3" providerId="ADAL" clId="{FCF0A4D7-0AC1-4FAB-A65C-B90D78AFF312}" dt="2026-02-19T13:43:23.030" v="1265" actId="1076"/>
          <ac:spMkLst>
            <pc:docMk/>
            <pc:sldMasterMk cId="321240811" sldId="2147483684"/>
            <ac:spMk id="14" creationId="{CCB68415-453D-149B-E0CF-0EF529147539}"/>
          </ac:spMkLst>
        </pc:spChg>
        <pc:sldLayoutChg chg="modSp mod">
          <pc:chgData name="Andrea Botti" userId="0dfff3e0-3150-44bf-bd92-917cf9a7c1d3" providerId="ADAL" clId="{FCF0A4D7-0AC1-4FAB-A65C-B90D78AFF312}" dt="2026-02-19T14:03:23.452" v="1307" actId="207"/>
          <pc:sldLayoutMkLst>
            <pc:docMk/>
            <pc:sldMasterMk cId="321240811" sldId="2147483684"/>
            <pc:sldLayoutMk cId="2156792021" sldId="2147483696"/>
          </pc:sldLayoutMkLst>
          <pc:spChg chg="mod">
            <ac:chgData name="Andrea Botti" userId="0dfff3e0-3150-44bf-bd92-917cf9a7c1d3" providerId="ADAL" clId="{FCF0A4D7-0AC1-4FAB-A65C-B90D78AFF312}" dt="2026-02-19T14:03:23.452" v="1307" actId="207"/>
            <ac:spMkLst>
              <pc:docMk/>
              <pc:sldMasterMk cId="321240811" sldId="2147483684"/>
              <pc:sldLayoutMk cId="2156792021" sldId="2147483696"/>
              <ac:spMk id="17" creationId="{AF5920D9-77A1-FF56-37C0-86D97113F441}"/>
            </ac:spMkLst>
          </pc:spChg>
        </pc:sldLayoutChg>
        <pc:sldLayoutChg chg="addSp modSp mod">
          <pc:chgData name="Andrea Botti" userId="0dfff3e0-3150-44bf-bd92-917cf9a7c1d3" providerId="ADAL" clId="{FCF0A4D7-0AC1-4FAB-A65C-B90D78AFF312}" dt="2026-02-19T14:22:23.612" v="1329" actId="14100"/>
          <pc:sldLayoutMkLst>
            <pc:docMk/>
            <pc:sldMasterMk cId="321240811" sldId="2147483684"/>
            <pc:sldLayoutMk cId="3605182819" sldId="2147483707"/>
          </pc:sldLayoutMkLst>
          <pc:spChg chg="add mod">
            <ac:chgData name="Andrea Botti" userId="0dfff3e0-3150-44bf-bd92-917cf9a7c1d3" providerId="ADAL" clId="{FCF0A4D7-0AC1-4FAB-A65C-B90D78AFF312}" dt="2026-02-19T14:22:10.495" v="1324" actId="14100"/>
            <ac:spMkLst>
              <pc:docMk/>
              <pc:sldMasterMk cId="321240811" sldId="2147483684"/>
              <pc:sldLayoutMk cId="3605182819" sldId="2147483707"/>
              <ac:spMk id="4" creationId="{8BF19B63-11C7-09D8-9926-99F9B99FB203}"/>
            </ac:spMkLst>
          </pc:spChg>
          <pc:spChg chg="mod">
            <ac:chgData name="Andrea Botti" userId="0dfff3e0-3150-44bf-bd92-917cf9a7c1d3" providerId="ADAL" clId="{FCF0A4D7-0AC1-4FAB-A65C-B90D78AFF312}" dt="2026-02-19T14:22:23.612" v="1329" actId="14100"/>
            <ac:spMkLst>
              <pc:docMk/>
              <pc:sldMasterMk cId="321240811" sldId="2147483684"/>
              <pc:sldLayoutMk cId="3605182819" sldId="2147483707"/>
              <ac:spMk id="5" creationId="{3072DB33-EBC6-578F-84C8-8B8A72B897A0}"/>
            </ac:spMkLst>
          </pc:spChg>
          <pc:spChg chg="mod">
            <ac:chgData name="Andrea Botti" userId="0dfff3e0-3150-44bf-bd92-917cf9a7c1d3" providerId="ADAL" clId="{FCF0A4D7-0AC1-4FAB-A65C-B90D78AFF312}" dt="2026-02-19T12:49:11.198" v="174" actId="1076"/>
            <ac:spMkLst>
              <pc:docMk/>
              <pc:sldMasterMk cId="321240811" sldId="2147483684"/>
              <pc:sldLayoutMk cId="3605182819" sldId="2147483707"/>
              <ac:spMk id="16" creationId="{51755B0B-647F-3179-34DC-A2CC459A54F8}"/>
            </ac:spMkLst>
          </pc:spChg>
        </pc:sldLayoutChg>
        <pc:sldLayoutChg chg="modSp add mod modTransition">
          <pc:chgData name="Andrea Botti" userId="0dfff3e0-3150-44bf-bd92-917cf9a7c1d3" providerId="ADAL" clId="{FCF0A4D7-0AC1-4FAB-A65C-B90D78AFF312}" dt="2026-02-19T14:03:17.130" v="1306" actId="207"/>
          <pc:sldLayoutMkLst>
            <pc:docMk/>
            <pc:sldMasterMk cId="321240811" sldId="2147483684"/>
            <pc:sldLayoutMk cId="3976568551" sldId="2147483712"/>
          </pc:sldLayoutMkLst>
          <pc:spChg chg="mod">
            <ac:chgData name="Andrea Botti" userId="0dfff3e0-3150-44bf-bd92-917cf9a7c1d3" providerId="ADAL" clId="{FCF0A4D7-0AC1-4FAB-A65C-B90D78AFF312}" dt="2026-02-19T14:03:17.130" v="1306" actId="207"/>
            <ac:spMkLst>
              <pc:docMk/>
              <pc:sldMasterMk cId="321240811" sldId="2147483684"/>
              <pc:sldLayoutMk cId="3976568551" sldId="2147483712"/>
              <ac:spMk id="5" creationId="{3072DB33-EBC6-578F-84C8-8B8A72B897A0}"/>
            </ac:spMkLst>
          </pc:spChg>
        </pc:sldLayoutChg>
        <pc:sldLayoutChg chg="addSp delSp modSp add mod ord replId modTransition">
          <pc:chgData name="Andrea Botti" userId="0dfff3e0-3150-44bf-bd92-917cf9a7c1d3" providerId="ADAL" clId="{FCF0A4D7-0AC1-4FAB-A65C-B90D78AFF312}" dt="2026-02-19T13:42:15.014" v="1252" actId="478"/>
          <pc:sldLayoutMkLst>
            <pc:docMk/>
            <pc:sldMasterMk cId="321240811" sldId="2147483684"/>
            <pc:sldLayoutMk cId="1018395668" sldId="2147483717"/>
          </pc:sldLayoutMkLst>
          <pc:spChg chg="add mod">
            <ac:chgData name="Andrea Botti" userId="0dfff3e0-3150-44bf-bd92-917cf9a7c1d3" providerId="ADAL" clId="{FCF0A4D7-0AC1-4FAB-A65C-B90D78AFF312}" dt="2026-02-19T13:40:45.367" v="1218" actId="20577"/>
            <ac:spMkLst>
              <pc:docMk/>
              <pc:sldMasterMk cId="321240811" sldId="2147483684"/>
              <pc:sldLayoutMk cId="1018395668" sldId="2147483717"/>
              <ac:spMk id="4" creationId="{84A2416D-FBBD-870F-946C-62B5EB4E7A5F}"/>
            </ac:spMkLst>
          </pc:spChg>
          <pc:spChg chg="add mod">
            <ac:chgData name="Andrea Botti" userId="0dfff3e0-3150-44bf-bd92-917cf9a7c1d3" providerId="ADAL" clId="{FCF0A4D7-0AC1-4FAB-A65C-B90D78AFF312}" dt="2026-02-19T13:41:34.509" v="1238" actId="1076"/>
            <ac:spMkLst>
              <pc:docMk/>
              <pc:sldMasterMk cId="321240811" sldId="2147483684"/>
              <pc:sldLayoutMk cId="1018395668" sldId="2147483717"/>
              <ac:spMk id="8" creationId="{AA983C16-1703-5A1B-45CC-75F783A94DC9}"/>
            </ac:spMkLst>
          </pc:spChg>
          <pc:spChg chg="add mod">
            <ac:chgData name="Andrea Botti" userId="0dfff3e0-3150-44bf-bd92-917cf9a7c1d3" providerId="ADAL" clId="{FCF0A4D7-0AC1-4FAB-A65C-B90D78AFF312}" dt="2026-02-19T13:41:02.324" v="1222" actId="1076"/>
            <ac:spMkLst>
              <pc:docMk/>
              <pc:sldMasterMk cId="321240811" sldId="2147483684"/>
              <pc:sldLayoutMk cId="1018395668" sldId="2147483717"/>
              <ac:spMk id="9" creationId="{8E69B8C2-5CD0-435B-5695-4177DE5B1B43}"/>
            </ac:spMkLst>
          </pc:spChg>
          <pc:spChg chg="add mod">
            <ac:chgData name="Andrea Botti" userId="0dfff3e0-3150-44bf-bd92-917cf9a7c1d3" providerId="ADAL" clId="{FCF0A4D7-0AC1-4FAB-A65C-B90D78AFF312}" dt="2026-02-19T13:42:12.764" v="1251" actId="403"/>
            <ac:spMkLst>
              <pc:docMk/>
              <pc:sldMasterMk cId="321240811" sldId="2147483684"/>
              <pc:sldLayoutMk cId="1018395668" sldId="2147483717"/>
              <ac:spMk id="10" creationId="{17E28CB1-CEE9-227C-6779-2583ABC51250}"/>
            </ac:spMkLst>
          </pc:spChg>
        </pc:sldLayoutChg>
      </pc:sldMasterChg>
      <pc:sldMasterChg chg="modSp modSldLayout">
        <pc:chgData name="Andrea Botti" userId="0dfff3e0-3150-44bf-bd92-917cf9a7c1d3" providerId="ADAL" clId="{FCF0A4D7-0AC1-4FAB-A65C-B90D78AFF312}" dt="2026-02-19T13:30:44.458" v="1147" actId="207"/>
        <pc:sldMasterMkLst>
          <pc:docMk/>
          <pc:sldMasterMk cId="912074790" sldId="2147483709"/>
        </pc:sldMasterMkLst>
      </pc:sldMasterChg>
      <pc:sldMasterChg chg="modSp add mod setBg addSldLayout modSldLayout">
        <pc:chgData name="Andrea Botti" userId="0dfff3e0-3150-44bf-bd92-917cf9a7c1d3" providerId="ADAL" clId="{FCF0A4D7-0AC1-4FAB-A65C-B90D78AFF312}" dt="2026-02-19T14:25:56.159" v="1349" actId="1076"/>
        <pc:sldMasterMkLst>
          <pc:docMk/>
          <pc:sldMasterMk cId="1908962972" sldId="2147483713"/>
        </pc:sldMasterMkLst>
        <pc:spChg chg="mod">
          <ac:chgData name="Andrea Botti" userId="0dfff3e0-3150-44bf-bd92-917cf9a7c1d3" providerId="ADAL" clId="{FCF0A4D7-0AC1-4FAB-A65C-B90D78AFF312}" dt="2026-02-19T14:25:56.159" v="1349" actId="1076"/>
          <ac:spMkLst>
            <pc:docMk/>
            <pc:sldMasterMk cId="1908962972" sldId="2147483713"/>
            <ac:spMk id="14" creationId="{CCB68415-453D-149B-E0CF-0EF529147539}"/>
          </ac:spMkLst>
        </pc:spChg>
        <pc:sldLayoutChg chg="modSp add mod replId">
          <pc:chgData name="Andrea Botti" userId="0dfff3e0-3150-44bf-bd92-917cf9a7c1d3" providerId="ADAL" clId="{FCF0A4D7-0AC1-4FAB-A65C-B90D78AFF312}" dt="2026-02-19T13:20:05.709" v="1113" actId="735"/>
          <pc:sldLayoutMkLst>
            <pc:docMk/>
            <pc:sldMasterMk cId="1908962972" sldId="2147483713"/>
            <pc:sldLayoutMk cId="2087033409" sldId="2147483714"/>
          </pc:sldLayoutMkLst>
          <pc:spChg chg="mod">
            <ac:chgData name="Andrea Botti" userId="0dfff3e0-3150-44bf-bd92-917cf9a7c1d3" providerId="ADAL" clId="{FCF0A4D7-0AC1-4FAB-A65C-B90D78AFF312}" dt="2026-02-19T13:19:56.672" v="1110" actId="1076"/>
            <ac:spMkLst>
              <pc:docMk/>
              <pc:sldMasterMk cId="1908962972" sldId="2147483713"/>
              <pc:sldLayoutMk cId="2087033409" sldId="2147483714"/>
              <ac:spMk id="17" creationId="{AF5920D9-77A1-FF56-37C0-86D97113F441}"/>
            </ac:spMkLst>
          </pc:spChg>
        </pc:sldLayoutChg>
        <pc:sldLayoutChg chg="modSp add mod replId">
          <pc:chgData name="Andrea Botti" userId="0dfff3e0-3150-44bf-bd92-917cf9a7c1d3" providerId="ADAL" clId="{FCF0A4D7-0AC1-4FAB-A65C-B90D78AFF312}" dt="2026-02-19T13:20:50.184" v="1127" actId="14100"/>
          <pc:sldLayoutMkLst>
            <pc:docMk/>
            <pc:sldMasterMk cId="1908962972" sldId="2147483713"/>
            <pc:sldLayoutMk cId="4162355594" sldId="2147483715"/>
          </pc:sldLayoutMkLst>
          <pc:spChg chg="mod">
            <ac:chgData name="Andrea Botti" userId="0dfff3e0-3150-44bf-bd92-917cf9a7c1d3" providerId="ADAL" clId="{FCF0A4D7-0AC1-4FAB-A65C-B90D78AFF312}" dt="2026-02-19T13:20:47.441" v="1126" actId="14100"/>
            <ac:spMkLst>
              <pc:docMk/>
              <pc:sldMasterMk cId="1908962972" sldId="2147483713"/>
              <pc:sldLayoutMk cId="4162355594" sldId="2147483715"/>
              <ac:spMk id="4" creationId="{8BF19B63-11C7-09D8-9926-99F9B99FB203}"/>
            </ac:spMkLst>
          </pc:spChg>
          <pc:spChg chg="mod">
            <ac:chgData name="Andrea Botti" userId="0dfff3e0-3150-44bf-bd92-917cf9a7c1d3" providerId="ADAL" clId="{FCF0A4D7-0AC1-4FAB-A65C-B90D78AFF312}" dt="2026-02-19T13:20:50.184" v="1127" actId="14100"/>
            <ac:spMkLst>
              <pc:docMk/>
              <pc:sldMasterMk cId="1908962972" sldId="2147483713"/>
              <pc:sldLayoutMk cId="4162355594" sldId="2147483715"/>
              <ac:spMk id="5" creationId="{3072DB33-EBC6-578F-84C8-8B8A72B897A0}"/>
            </ac:spMkLst>
          </pc:spChg>
          <pc:spChg chg="mod">
            <ac:chgData name="Andrea Botti" userId="0dfff3e0-3150-44bf-bd92-917cf9a7c1d3" providerId="ADAL" clId="{FCF0A4D7-0AC1-4FAB-A65C-B90D78AFF312}" dt="2026-02-19T13:17:07.705" v="1077" actId="207"/>
            <ac:spMkLst>
              <pc:docMk/>
              <pc:sldMasterMk cId="1908962972" sldId="2147483713"/>
              <pc:sldLayoutMk cId="4162355594" sldId="2147483715"/>
              <ac:spMk id="16" creationId="{51755B0B-647F-3179-34DC-A2CC459A54F8}"/>
            </ac:spMkLst>
          </pc:spChg>
        </pc:sldLayoutChg>
        <pc:sldLayoutChg chg="modSp add mod replId">
          <pc:chgData name="Andrea Botti" userId="0dfff3e0-3150-44bf-bd92-917cf9a7c1d3" providerId="ADAL" clId="{FCF0A4D7-0AC1-4FAB-A65C-B90D78AFF312}" dt="2026-02-19T13:20:28.105" v="1118" actId="735"/>
          <pc:sldLayoutMkLst>
            <pc:docMk/>
            <pc:sldMasterMk cId="1908962972" sldId="2147483713"/>
            <pc:sldLayoutMk cId="1904717976" sldId="2147483716"/>
          </pc:sldLayoutMkLst>
          <pc:spChg chg="mod">
            <ac:chgData name="Andrea Botti" userId="0dfff3e0-3150-44bf-bd92-917cf9a7c1d3" providerId="ADAL" clId="{FCF0A4D7-0AC1-4FAB-A65C-B90D78AFF312}" dt="2026-02-19T13:20:18.389" v="1115" actId="1076"/>
            <ac:spMkLst>
              <pc:docMk/>
              <pc:sldMasterMk cId="1908962972" sldId="2147483713"/>
              <pc:sldLayoutMk cId="1904717976" sldId="2147483716"/>
              <ac:spMk id="5" creationId="{3072DB33-EBC6-578F-84C8-8B8A72B897A0}"/>
            </ac:spMkLst>
          </pc:spChg>
          <pc:spChg chg="mod">
            <ac:chgData name="Andrea Botti" userId="0dfff3e0-3150-44bf-bd92-917cf9a7c1d3" providerId="ADAL" clId="{FCF0A4D7-0AC1-4FAB-A65C-B90D78AFF312}" dt="2026-02-19T13:17:16.625" v="1080" actId="207"/>
            <ac:spMkLst>
              <pc:docMk/>
              <pc:sldMasterMk cId="1908962972" sldId="2147483713"/>
              <pc:sldLayoutMk cId="1904717976" sldId="2147483716"/>
              <ac:spMk id="16" creationId="{51755B0B-647F-3179-34DC-A2CC459A54F8}"/>
            </ac:spMkLst>
          </pc:spChg>
        </pc:sldLayoutChg>
      </pc:sldMasterChg>
      <pc:sldMasterChg chg="modSp add mod setBg addSldLayout modSldLayout">
        <pc:chgData name="Andrea Botti" userId="0dfff3e0-3150-44bf-bd92-917cf9a7c1d3" providerId="ADAL" clId="{FCF0A4D7-0AC1-4FAB-A65C-B90D78AFF312}" dt="2026-02-19T14:26:33.418" v="1358" actId="3064"/>
        <pc:sldMasterMkLst>
          <pc:docMk/>
          <pc:sldMasterMk cId="3719691607" sldId="2147483719"/>
        </pc:sldMasterMkLst>
        <pc:spChg chg="mod">
          <ac:chgData name="Andrea Botti" userId="0dfff3e0-3150-44bf-bd92-917cf9a7c1d3" providerId="ADAL" clId="{FCF0A4D7-0AC1-4FAB-A65C-B90D78AFF312}" dt="2026-02-19T14:26:24.818" v="1354" actId="207"/>
          <ac:spMkLst>
            <pc:docMk/>
            <pc:sldMasterMk cId="3719691607" sldId="2147483719"/>
            <ac:spMk id="2" creationId="{06F09540-6230-6ED9-20E5-87727E64BD12}"/>
          </ac:spMkLst>
        </pc:spChg>
        <pc:spChg chg="mod">
          <ac:chgData name="Andrea Botti" userId="0dfff3e0-3150-44bf-bd92-917cf9a7c1d3" providerId="ADAL" clId="{FCF0A4D7-0AC1-4FAB-A65C-B90D78AFF312}" dt="2026-02-19T14:26:24.818" v="1354" actId="207"/>
          <ac:spMkLst>
            <pc:docMk/>
            <pc:sldMasterMk cId="3719691607" sldId="2147483719"/>
            <ac:spMk id="3" creationId="{2AF22101-6352-2091-4029-9408A8788A28}"/>
          </ac:spMkLst>
        </pc:spChg>
        <pc:spChg chg="mod">
          <ac:chgData name="Andrea Botti" userId="0dfff3e0-3150-44bf-bd92-917cf9a7c1d3" providerId="ADAL" clId="{FCF0A4D7-0AC1-4FAB-A65C-B90D78AFF312}" dt="2026-02-19T14:26:24.818" v="1354" actId="207"/>
          <ac:spMkLst>
            <pc:docMk/>
            <pc:sldMasterMk cId="3719691607" sldId="2147483719"/>
            <ac:spMk id="9" creationId="{2621BE0B-EF41-4B32-74C8-460D21E4B4AA}"/>
          </ac:spMkLst>
        </pc:spChg>
        <pc:spChg chg="mod">
          <ac:chgData name="Andrea Botti" userId="0dfff3e0-3150-44bf-bd92-917cf9a7c1d3" providerId="ADAL" clId="{FCF0A4D7-0AC1-4FAB-A65C-B90D78AFF312}" dt="2026-02-19T14:26:24.818" v="1354" actId="207"/>
          <ac:spMkLst>
            <pc:docMk/>
            <pc:sldMasterMk cId="3719691607" sldId="2147483719"/>
            <ac:spMk id="13" creationId="{815C4071-7451-FF08-17E7-F0E08CECDE27}"/>
          </ac:spMkLst>
        </pc:spChg>
        <pc:spChg chg="mod">
          <ac:chgData name="Andrea Botti" userId="0dfff3e0-3150-44bf-bd92-917cf9a7c1d3" providerId="ADAL" clId="{FCF0A4D7-0AC1-4FAB-A65C-B90D78AFF312}" dt="2026-02-19T14:26:33.418" v="1358" actId="3064"/>
          <ac:spMkLst>
            <pc:docMk/>
            <pc:sldMasterMk cId="3719691607" sldId="2147483719"/>
            <ac:spMk id="14" creationId="{CCB68415-453D-149B-E0CF-0EF529147539}"/>
          </ac:spMkLst>
        </pc:spChg>
        <pc:sldLayoutChg chg="add mod replId">
          <pc:chgData name="Andrea Botti" userId="0dfff3e0-3150-44bf-bd92-917cf9a7c1d3" providerId="ADAL" clId="{FCF0A4D7-0AC1-4FAB-A65C-B90D78AFF312}" dt="2026-02-19T14:23:56.052" v="1336" actId="2890"/>
          <pc:sldLayoutMkLst>
            <pc:docMk/>
            <pc:sldMasterMk cId="3719691607" sldId="2147483719"/>
            <pc:sldLayoutMk cId="3973889305" sldId="2147483720"/>
          </pc:sldLayoutMkLst>
        </pc:sldLayoutChg>
        <pc:sldLayoutChg chg="add mod replId">
          <pc:chgData name="Andrea Botti" userId="0dfff3e0-3150-44bf-bd92-917cf9a7c1d3" providerId="ADAL" clId="{FCF0A4D7-0AC1-4FAB-A65C-B90D78AFF312}" dt="2026-02-19T14:23:56.052" v="1336" actId="2890"/>
          <pc:sldLayoutMkLst>
            <pc:docMk/>
            <pc:sldMasterMk cId="3719691607" sldId="2147483719"/>
            <pc:sldLayoutMk cId="1217030714" sldId="2147483721"/>
          </pc:sldLayoutMkLst>
        </pc:sldLayoutChg>
        <pc:sldLayoutChg chg="add mod replId">
          <pc:chgData name="Andrea Botti" userId="0dfff3e0-3150-44bf-bd92-917cf9a7c1d3" providerId="ADAL" clId="{FCF0A4D7-0AC1-4FAB-A65C-B90D78AFF312}" dt="2026-02-19T14:23:56.052" v="1336" actId="2890"/>
          <pc:sldLayoutMkLst>
            <pc:docMk/>
            <pc:sldMasterMk cId="3719691607" sldId="2147483719"/>
            <pc:sldLayoutMk cId="291884493" sldId="2147483722"/>
          </pc:sldLayoutMkLst>
        </pc:sldLayoutChg>
      </pc:sldMasterChg>
    </pc:docChg>
  </pc:docChgLst>
  <pc:docChgLst>
    <pc:chgData name="Chiara La Fortezza" userId="e5130f3d-44d7-44ae-bf5e-3d7c4b6c1404" providerId="ADAL" clId="{7580C6FF-294C-4940-A431-823714CF8E59}"/>
    <pc:docChg chg="undo custSel addSld delSld modSld modMainMaster">
      <pc:chgData name="Chiara La Fortezza" userId="e5130f3d-44d7-44ae-bf5e-3d7c4b6c1404" providerId="ADAL" clId="{7580C6FF-294C-4940-A431-823714CF8E59}" dt="2026-02-20T10:42:45.879" v="940" actId="1038"/>
      <pc:docMkLst>
        <pc:docMk/>
      </pc:docMkLst>
      <pc:sldChg chg="addSp delSp modSp mod">
        <pc:chgData name="Chiara La Fortezza" userId="e5130f3d-44d7-44ae-bf5e-3d7c4b6c1404" providerId="ADAL" clId="{7580C6FF-294C-4940-A431-823714CF8E59}" dt="2026-02-19T16:36:14.472" v="389" actId="1076"/>
        <pc:sldMkLst>
          <pc:docMk/>
          <pc:sldMk cId="1404968683" sldId="514"/>
        </pc:sldMkLst>
        <pc:spChg chg="add del mod ord">
          <ac:chgData name="Chiara La Fortezza" userId="e5130f3d-44d7-44ae-bf5e-3d7c4b6c1404" providerId="ADAL" clId="{7580C6FF-294C-4940-A431-823714CF8E59}" dt="2026-02-19T16:36:05.512" v="388" actId="167"/>
          <ac:spMkLst>
            <pc:docMk/>
            <pc:sldMk cId="1404968683" sldId="514"/>
            <ac:spMk id="2" creationId="{0911FF34-2F15-90DF-A1A6-636CE37025FB}"/>
          </ac:spMkLst>
        </pc:spChg>
        <pc:spChg chg="mod">
          <ac:chgData name="Chiara La Fortezza" userId="e5130f3d-44d7-44ae-bf5e-3d7c4b6c1404" providerId="ADAL" clId="{7580C6FF-294C-4940-A431-823714CF8E59}" dt="2026-02-19T16:25:49.967" v="204" actId="14100"/>
          <ac:spMkLst>
            <pc:docMk/>
            <pc:sldMk cId="1404968683" sldId="514"/>
            <ac:spMk id="5" creationId="{E8D0CC5B-A02C-7CCE-0CC6-EF98B54D6364}"/>
          </ac:spMkLst>
        </pc:spChg>
        <pc:spChg chg="add del mod">
          <ac:chgData name="Chiara La Fortezza" userId="e5130f3d-44d7-44ae-bf5e-3d7c4b6c1404" providerId="ADAL" clId="{7580C6FF-294C-4940-A431-823714CF8E59}" dt="2026-02-19T16:34:15.025" v="360" actId="14100"/>
          <ac:spMkLst>
            <pc:docMk/>
            <pc:sldMk cId="1404968683" sldId="514"/>
            <ac:spMk id="13" creationId="{67BD8DF1-BF72-18B7-47DE-321960ECD510}"/>
          </ac:spMkLst>
        </pc:spChg>
        <pc:picChg chg="add mod">
          <ac:chgData name="Chiara La Fortezza" userId="e5130f3d-44d7-44ae-bf5e-3d7c4b6c1404" providerId="ADAL" clId="{7580C6FF-294C-4940-A431-823714CF8E59}" dt="2026-02-19T16:34:28.799" v="364" actId="1076"/>
          <ac:picMkLst>
            <pc:docMk/>
            <pc:sldMk cId="1404968683" sldId="514"/>
            <ac:picMk id="18" creationId="{3C290953-610B-F440-37A3-B6A27501A5E9}"/>
          </ac:picMkLst>
        </pc:picChg>
        <pc:picChg chg="add mod">
          <ac:chgData name="Chiara La Fortezza" userId="e5130f3d-44d7-44ae-bf5e-3d7c4b6c1404" providerId="ADAL" clId="{7580C6FF-294C-4940-A431-823714CF8E59}" dt="2026-02-19T16:35:33.124" v="380" actId="1076"/>
          <ac:picMkLst>
            <pc:docMk/>
            <pc:sldMk cId="1404968683" sldId="514"/>
            <ac:picMk id="19" creationId="{7D0F005D-ECF1-5C22-0840-5436129B0F03}"/>
          </ac:picMkLst>
        </pc:picChg>
        <pc:picChg chg="add mod">
          <ac:chgData name="Chiara La Fortezza" userId="e5130f3d-44d7-44ae-bf5e-3d7c4b6c1404" providerId="ADAL" clId="{7580C6FF-294C-4940-A431-823714CF8E59}" dt="2026-02-19T16:34:59.463" v="370" actId="1076"/>
          <ac:picMkLst>
            <pc:docMk/>
            <pc:sldMk cId="1404968683" sldId="514"/>
            <ac:picMk id="20" creationId="{88F7F246-2488-E5F3-517B-31B47D7A211A}"/>
          </ac:picMkLst>
        </pc:picChg>
        <pc:picChg chg="add mod">
          <ac:chgData name="Chiara La Fortezza" userId="e5130f3d-44d7-44ae-bf5e-3d7c4b6c1404" providerId="ADAL" clId="{7580C6FF-294C-4940-A431-823714CF8E59}" dt="2026-02-19T16:35:13.028" v="374" actId="1076"/>
          <ac:picMkLst>
            <pc:docMk/>
            <pc:sldMk cId="1404968683" sldId="514"/>
            <ac:picMk id="21" creationId="{289E32C3-9570-067B-9700-356CEF34A6B5}"/>
          </ac:picMkLst>
        </pc:picChg>
        <pc:picChg chg="add mod">
          <ac:chgData name="Chiara La Fortezza" userId="e5130f3d-44d7-44ae-bf5e-3d7c4b6c1404" providerId="ADAL" clId="{7580C6FF-294C-4940-A431-823714CF8E59}" dt="2026-02-19T16:35:47.254" v="383" actId="1076"/>
          <ac:picMkLst>
            <pc:docMk/>
            <pc:sldMk cId="1404968683" sldId="514"/>
            <ac:picMk id="22" creationId="{002689E6-CB7C-6F9B-EBF7-A0E9769F96FC}"/>
          </ac:picMkLst>
        </pc:picChg>
        <pc:picChg chg="add mod">
          <ac:chgData name="Chiara La Fortezza" userId="e5130f3d-44d7-44ae-bf5e-3d7c4b6c1404" providerId="ADAL" clId="{7580C6FF-294C-4940-A431-823714CF8E59}" dt="2026-02-19T16:36:14.472" v="389" actId="1076"/>
          <ac:picMkLst>
            <pc:docMk/>
            <pc:sldMk cId="1404968683" sldId="514"/>
            <ac:picMk id="23" creationId="{A37AF0F0-369E-6CD0-A6D8-74C3823DEFCF}"/>
          </ac:picMkLst>
        </pc:picChg>
      </pc:sldChg>
      <pc:sldChg chg="addSp delSp modSp mod">
        <pc:chgData name="Chiara La Fortezza" userId="e5130f3d-44d7-44ae-bf5e-3d7c4b6c1404" providerId="ADAL" clId="{7580C6FF-294C-4940-A431-823714CF8E59}" dt="2026-02-19T16:51:49.448" v="881" actId="14100"/>
        <pc:sldMkLst>
          <pc:docMk/>
          <pc:sldMk cId="4084004595" sldId="515"/>
        </pc:sldMkLst>
        <pc:spChg chg="mod">
          <ac:chgData name="Chiara La Fortezza" userId="e5130f3d-44d7-44ae-bf5e-3d7c4b6c1404" providerId="ADAL" clId="{7580C6FF-294C-4940-A431-823714CF8E59}" dt="2026-02-19T15:55:50.911" v="6" actId="1076"/>
          <ac:spMkLst>
            <pc:docMk/>
            <pc:sldMk cId="4084004595" sldId="515"/>
            <ac:spMk id="4" creationId="{ACC17896-A002-2D97-6ADA-2B29421B2483}"/>
          </ac:spMkLst>
        </pc:spChg>
        <pc:spChg chg="add mod ord">
          <ac:chgData name="Chiara La Fortezza" userId="e5130f3d-44d7-44ae-bf5e-3d7c4b6c1404" providerId="ADAL" clId="{7580C6FF-294C-4940-A431-823714CF8E59}" dt="2026-02-19T16:40:53.208" v="443" actId="1076"/>
          <ac:spMkLst>
            <pc:docMk/>
            <pc:sldMk cId="4084004595" sldId="515"/>
            <ac:spMk id="6" creationId="{118E0BC3-9E2D-73C7-B34A-93640EA1B42B}"/>
          </ac:spMkLst>
        </pc:spChg>
        <pc:spChg chg="mod">
          <ac:chgData name="Chiara La Fortezza" userId="e5130f3d-44d7-44ae-bf5e-3d7c4b6c1404" providerId="ADAL" clId="{7580C6FF-294C-4940-A431-823714CF8E59}" dt="2026-02-19T16:43:45.211" v="523" actId="20577"/>
          <ac:spMkLst>
            <pc:docMk/>
            <pc:sldMk cId="4084004595" sldId="515"/>
            <ac:spMk id="9" creationId="{901037BB-87E0-37E9-FD70-8F60639898EC}"/>
          </ac:spMkLst>
        </pc:spChg>
        <pc:spChg chg="mod">
          <ac:chgData name="Chiara La Fortezza" userId="e5130f3d-44d7-44ae-bf5e-3d7c4b6c1404" providerId="ADAL" clId="{7580C6FF-294C-4940-A431-823714CF8E59}" dt="2026-02-19T16:44:10.090" v="530" actId="20577"/>
          <ac:spMkLst>
            <pc:docMk/>
            <pc:sldMk cId="4084004595" sldId="515"/>
            <ac:spMk id="15" creationId="{A1464D2C-E1E3-854C-3F30-4C9C3520EDF5}"/>
          </ac:spMkLst>
        </pc:spChg>
        <pc:spChg chg="add mod">
          <ac:chgData name="Chiara La Fortezza" userId="e5130f3d-44d7-44ae-bf5e-3d7c4b6c1404" providerId="ADAL" clId="{7580C6FF-294C-4940-A431-823714CF8E59}" dt="2026-02-19T16:39:46.914" v="429" actId="207"/>
          <ac:spMkLst>
            <pc:docMk/>
            <pc:sldMk cId="4084004595" sldId="515"/>
            <ac:spMk id="16" creationId="{AB871B99-D89F-A1F0-8F0D-1D6007A68C84}"/>
          </ac:spMkLst>
        </pc:spChg>
        <pc:spChg chg="mod">
          <ac:chgData name="Chiara La Fortezza" userId="e5130f3d-44d7-44ae-bf5e-3d7c4b6c1404" providerId="ADAL" clId="{7580C6FF-294C-4940-A431-823714CF8E59}" dt="2026-02-19T16:39:00.270" v="417" actId="14100"/>
          <ac:spMkLst>
            <pc:docMk/>
            <pc:sldMk cId="4084004595" sldId="515"/>
            <ac:spMk id="17" creationId="{3FD25324-95E4-CC4D-A3FA-53BB2D61FFEC}"/>
          </ac:spMkLst>
        </pc:spChg>
        <pc:spChg chg="mod">
          <ac:chgData name="Chiara La Fortezza" userId="e5130f3d-44d7-44ae-bf5e-3d7c4b6c1404" providerId="ADAL" clId="{7580C6FF-294C-4940-A431-823714CF8E59}" dt="2026-02-19T16:45:27.797" v="552" actId="14100"/>
          <ac:spMkLst>
            <pc:docMk/>
            <pc:sldMk cId="4084004595" sldId="515"/>
            <ac:spMk id="20" creationId="{83524736-FAE4-EFBE-1F01-3E5619905EA3}"/>
          </ac:spMkLst>
        </pc:spChg>
        <pc:spChg chg="add mod">
          <ac:chgData name="Chiara La Fortezza" userId="e5130f3d-44d7-44ae-bf5e-3d7c4b6c1404" providerId="ADAL" clId="{7580C6FF-294C-4940-A431-823714CF8E59}" dt="2026-02-19T16:40:19.951" v="438" actId="1076"/>
          <ac:spMkLst>
            <pc:docMk/>
            <pc:sldMk cId="4084004595" sldId="515"/>
            <ac:spMk id="24" creationId="{5A346B84-FD18-C6EA-CDCB-974FA2E10798}"/>
          </ac:spMkLst>
        </pc:spChg>
        <pc:spChg chg="add mod">
          <ac:chgData name="Chiara La Fortezza" userId="e5130f3d-44d7-44ae-bf5e-3d7c4b6c1404" providerId="ADAL" clId="{7580C6FF-294C-4940-A431-823714CF8E59}" dt="2026-02-19T16:43:36.355" v="508" actId="20577"/>
          <ac:spMkLst>
            <pc:docMk/>
            <pc:sldMk cId="4084004595" sldId="515"/>
            <ac:spMk id="28" creationId="{C212D828-8101-BA39-AAC4-75BEF6DEFFCF}"/>
          </ac:spMkLst>
        </pc:spChg>
        <pc:spChg chg="add mod">
          <ac:chgData name="Chiara La Fortezza" userId="e5130f3d-44d7-44ae-bf5e-3d7c4b6c1404" providerId="ADAL" clId="{7580C6FF-294C-4940-A431-823714CF8E59}" dt="2026-02-19T16:45:04.848" v="546" actId="1076"/>
          <ac:spMkLst>
            <pc:docMk/>
            <pc:sldMk cId="4084004595" sldId="515"/>
            <ac:spMk id="30" creationId="{EDF6BFCD-FBE7-6BF9-CB17-8EBC08422C77}"/>
          </ac:spMkLst>
        </pc:spChg>
        <pc:spChg chg="add mod">
          <ac:chgData name="Chiara La Fortezza" userId="e5130f3d-44d7-44ae-bf5e-3d7c4b6c1404" providerId="ADAL" clId="{7580C6FF-294C-4940-A431-823714CF8E59}" dt="2026-02-19T16:46:03.078" v="634" actId="20577"/>
          <ac:spMkLst>
            <pc:docMk/>
            <pc:sldMk cId="4084004595" sldId="515"/>
            <ac:spMk id="33" creationId="{BF80BF0A-9936-2B2E-64DC-E9E45C85748F}"/>
          </ac:spMkLst>
        </pc:spChg>
        <pc:spChg chg="add mod">
          <ac:chgData name="Chiara La Fortezza" userId="e5130f3d-44d7-44ae-bf5e-3d7c4b6c1404" providerId="ADAL" clId="{7580C6FF-294C-4940-A431-823714CF8E59}" dt="2026-02-19T16:49:47.454" v="794" actId="1076"/>
          <ac:spMkLst>
            <pc:docMk/>
            <pc:sldMk cId="4084004595" sldId="515"/>
            <ac:spMk id="34" creationId="{6D5A76D9-DA13-B2EB-E7F0-B5C5BC1291FE}"/>
          </ac:spMkLst>
        </pc:spChg>
        <pc:spChg chg="add mod">
          <ac:chgData name="Chiara La Fortezza" userId="e5130f3d-44d7-44ae-bf5e-3d7c4b6c1404" providerId="ADAL" clId="{7580C6FF-294C-4940-A431-823714CF8E59}" dt="2026-02-19T16:48:01.073" v="725" actId="20577"/>
          <ac:spMkLst>
            <pc:docMk/>
            <pc:sldMk cId="4084004595" sldId="515"/>
            <ac:spMk id="35" creationId="{146ABE5C-C559-86FF-788B-E605CE566BE6}"/>
          </ac:spMkLst>
        </pc:spChg>
        <pc:spChg chg="add mod">
          <ac:chgData name="Chiara La Fortezza" userId="e5130f3d-44d7-44ae-bf5e-3d7c4b6c1404" providerId="ADAL" clId="{7580C6FF-294C-4940-A431-823714CF8E59}" dt="2026-02-19T16:49:31.547" v="792" actId="20577"/>
          <ac:spMkLst>
            <pc:docMk/>
            <pc:sldMk cId="4084004595" sldId="515"/>
            <ac:spMk id="36" creationId="{44E98A80-7142-A33F-C0B3-9033A9169E19}"/>
          </ac:spMkLst>
        </pc:spChg>
        <pc:spChg chg="add mod">
          <ac:chgData name="Chiara La Fortezza" userId="e5130f3d-44d7-44ae-bf5e-3d7c4b6c1404" providerId="ADAL" clId="{7580C6FF-294C-4940-A431-823714CF8E59}" dt="2026-02-19T16:50:02.163" v="797" actId="1076"/>
          <ac:spMkLst>
            <pc:docMk/>
            <pc:sldMk cId="4084004595" sldId="515"/>
            <ac:spMk id="37" creationId="{BF0D1E84-403A-32E1-59A8-0260587A07D0}"/>
          </ac:spMkLst>
        </pc:spChg>
        <pc:spChg chg="add mod">
          <ac:chgData name="Chiara La Fortezza" userId="e5130f3d-44d7-44ae-bf5e-3d7c4b6c1404" providerId="ADAL" clId="{7580C6FF-294C-4940-A431-823714CF8E59}" dt="2026-02-19T16:51:09.911" v="876" actId="20577"/>
          <ac:spMkLst>
            <pc:docMk/>
            <pc:sldMk cId="4084004595" sldId="515"/>
            <ac:spMk id="39" creationId="{88571502-974F-9953-C178-9A7C0BC62460}"/>
          </ac:spMkLst>
        </pc:spChg>
        <pc:picChg chg="mod ord">
          <ac:chgData name="Chiara La Fortezza" userId="e5130f3d-44d7-44ae-bf5e-3d7c4b6c1404" providerId="ADAL" clId="{7580C6FF-294C-4940-A431-823714CF8E59}" dt="2026-02-19T16:40:25.392" v="439" actId="1076"/>
          <ac:picMkLst>
            <pc:docMk/>
            <pc:sldMk cId="4084004595" sldId="515"/>
            <ac:picMk id="2" creationId="{0EA0E240-F339-BEC6-02CF-4F7FAFB826BD}"/>
          </ac:picMkLst>
        </pc:picChg>
        <pc:picChg chg="mod ord">
          <ac:chgData name="Chiara La Fortezza" userId="e5130f3d-44d7-44ae-bf5e-3d7c4b6c1404" providerId="ADAL" clId="{7580C6FF-294C-4940-A431-823714CF8E59}" dt="2026-02-19T16:41:33.020" v="449" actId="1076"/>
          <ac:picMkLst>
            <pc:docMk/>
            <pc:sldMk cId="4084004595" sldId="515"/>
            <ac:picMk id="5" creationId="{F3AB5538-5BF3-8CED-B581-6B546A08067B}"/>
          </ac:picMkLst>
        </pc:picChg>
        <pc:picChg chg="mod ord">
          <ac:chgData name="Chiara La Fortezza" userId="e5130f3d-44d7-44ae-bf5e-3d7c4b6c1404" providerId="ADAL" clId="{7580C6FF-294C-4940-A431-823714CF8E59}" dt="2026-02-19T16:41:15.997" v="446" actId="1076"/>
          <ac:picMkLst>
            <pc:docMk/>
            <pc:sldMk cId="4084004595" sldId="515"/>
            <ac:picMk id="14" creationId="{4BF477DC-2249-8650-C94F-361B4957FE79}"/>
          </ac:picMkLst>
        </pc:picChg>
        <pc:picChg chg="add del mod ord">
          <ac:chgData name="Chiara La Fortezza" userId="e5130f3d-44d7-44ae-bf5e-3d7c4b6c1404" providerId="ADAL" clId="{7580C6FF-294C-4940-A431-823714CF8E59}" dt="2026-02-19T16:45:22.186" v="551" actId="1076"/>
          <ac:picMkLst>
            <pc:docMk/>
            <pc:sldMk cId="4084004595" sldId="515"/>
            <ac:picMk id="19" creationId="{3B3896C6-4938-3D34-16DE-62CA38C75200}"/>
          </ac:picMkLst>
        </pc:picChg>
        <pc:picChg chg="mod">
          <ac:chgData name="Chiara La Fortezza" userId="e5130f3d-44d7-44ae-bf5e-3d7c4b6c1404" providerId="ADAL" clId="{7580C6FF-294C-4940-A431-823714CF8E59}" dt="2026-02-19T16:41:46.051" v="450" actId="1076"/>
          <ac:picMkLst>
            <pc:docMk/>
            <pc:sldMk cId="4084004595" sldId="515"/>
            <ac:picMk id="23" creationId="{325BA2AB-56A5-9183-871E-CD19182033FB}"/>
          </ac:picMkLst>
        </pc:picChg>
        <pc:picChg chg="add del mod">
          <ac:chgData name="Chiara La Fortezza" userId="e5130f3d-44d7-44ae-bf5e-3d7c4b6c1404" providerId="ADAL" clId="{7580C6FF-294C-4940-A431-823714CF8E59}" dt="2026-02-19T16:48:55.841" v="740" actId="14100"/>
          <ac:picMkLst>
            <pc:docMk/>
            <pc:sldMk cId="4084004595" sldId="515"/>
            <ac:picMk id="31" creationId="{34149CA6-1193-A18C-B030-D586755760C7}"/>
          </ac:picMkLst>
        </pc:picChg>
        <pc:picChg chg="add del mod">
          <ac:chgData name="Chiara La Fortezza" userId="e5130f3d-44d7-44ae-bf5e-3d7c4b6c1404" providerId="ADAL" clId="{7580C6FF-294C-4940-A431-823714CF8E59}" dt="2026-02-19T16:49:04.302" v="742" actId="1076"/>
          <ac:picMkLst>
            <pc:docMk/>
            <pc:sldMk cId="4084004595" sldId="515"/>
            <ac:picMk id="32" creationId="{31ED1009-3800-E4E1-C37E-505FC40D715B}"/>
          </ac:picMkLst>
        </pc:picChg>
        <pc:picChg chg="add mod">
          <ac:chgData name="Chiara La Fortezza" userId="e5130f3d-44d7-44ae-bf5e-3d7c4b6c1404" providerId="ADAL" clId="{7580C6FF-294C-4940-A431-823714CF8E59}" dt="2026-02-19T16:50:33.430" v="805" actId="1076"/>
          <ac:picMkLst>
            <pc:docMk/>
            <pc:sldMk cId="4084004595" sldId="515"/>
            <ac:picMk id="38" creationId="{0240B5D8-05CA-E0C8-9ECA-2502FC8F9F06}"/>
          </ac:picMkLst>
        </pc:picChg>
        <pc:picChg chg="add mod">
          <ac:chgData name="Chiara La Fortezza" userId="e5130f3d-44d7-44ae-bf5e-3d7c4b6c1404" providerId="ADAL" clId="{7580C6FF-294C-4940-A431-823714CF8E59}" dt="2026-02-19T16:51:44.157" v="879"/>
          <ac:picMkLst>
            <pc:docMk/>
            <pc:sldMk cId="4084004595" sldId="515"/>
            <ac:picMk id="40" creationId="{127084BA-1252-419B-B2D9-F52722E0711A}"/>
          </ac:picMkLst>
        </pc:picChg>
      </pc:sldChg>
      <pc:sldChg chg="addSp delSp modSp mod">
        <pc:chgData name="Chiara La Fortezza" userId="e5130f3d-44d7-44ae-bf5e-3d7c4b6c1404" providerId="ADAL" clId="{7580C6FF-294C-4940-A431-823714CF8E59}" dt="2026-02-19T16:52:19.222" v="885" actId="1076"/>
        <pc:sldMkLst>
          <pc:docMk/>
          <pc:sldMk cId="4242574641" sldId="516"/>
        </pc:sldMkLst>
        <pc:spChg chg="add mod">
          <ac:chgData name="Chiara La Fortezza" userId="e5130f3d-44d7-44ae-bf5e-3d7c4b6c1404" providerId="ADAL" clId="{7580C6FF-294C-4940-A431-823714CF8E59}" dt="2026-02-19T16:20:12.319" v="143" actId="1076"/>
          <ac:spMkLst>
            <pc:docMk/>
            <pc:sldMk cId="4242574641" sldId="516"/>
            <ac:spMk id="3" creationId="{23A9FC6B-4787-73E0-7BBC-0BE5239A0FE7}"/>
          </ac:spMkLst>
        </pc:spChg>
        <pc:spChg chg="add mod">
          <ac:chgData name="Chiara La Fortezza" userId="e5130f3d-44d7-44ae-bf5e-3d7c4b6c1404" providerId="ADAL" clId="{7580C6FF-294C-4940-A431-823714CF8E59}" dt="2026-02-19T16:20:25.309" v="144" actId="1076"/>
          <ac:spMkLst>
            <pc:docMk/>
            <pc:sldMk cId="4242574641" sldId="516"/>
            <ac:spMk id="6" creationId="{9705CA2C-9758-E929-8DCB-418A5A62878D}"/>
          </ac:spMkLst>
        </pc:spChg>
        <pc:spChg chg="add mod">
          <ac:chgData name="Chiara La Fortezza" userId="e5130f3d-44d7-44ae-bf5e-3d7c4b6c1404" providerId="ADAL" clId="{7580C6FF-294C-4940-A431-823714CF8E59}" dt="2026-02-19T16:20:25.309" v="144" actId="1076"/>
          <ac:spMkLst>
            <pc:docMk/>
            <pc:sldMk cId="4242574641" sldId="516"/>
            <ac:spMk id="7" creationId="{080CFD9E-86AA-6754-C574-8DC9021C4186}"/>
          </ac:spMkLst>
        </pc:spChg>
        <pc:spChg chg="add mod">
          <ac:chgData name="Chiara La Fortezza" userId="e5130f3d-44d7-44ae-bf5e-3d7c4b6c1404" providerId="ADAL" clId="{7580C6FF-294C-4940-A431-823714CF8E59}" dt="2026-02-19T16:20:25.309" v="144" actId="1076"/>
          <ac:spMkLst>
            <pc:docMk/>
            <pc:sldMk cId="4242574641" sldId="516"/>
            <ac:spMk id="8" creationId="{F10F996F-C0D1-96BC-1560-0C6F68A0149A}"/>
          </ac:spMkLst>
        </pc:spChg>
        <pc:spChg chg="mod">
          <ac:chgData name="Chiara La Fortezza" userId="e5130f3d-44d7-44ae-bf5e-3d7c4b6c1404" providerId="ADAL" clId="{7580C6FF-294C-4940-A431-823714CF8E59}" dt="2026-02-19T16:20:12.319" v="143" actId="1076"/>
          <ac:spMkLst>
            <pc:docMk/>
            <pc:sldMk cId="4242574641" sldId="516"/>
            <ac:spMk id="9" creationId="{EEE00D53-7346-9C95-92C3-30FD2D008F54}"/>
          </ac:spMkLst>
        </pc:spChg>
        <pc:spChg chg="add mod">
          <ac:chgData name="Chiara La Fortezza" userId="e5130f3d-44d7-44ae-bf5e-3d7c4b6c1404" providerId="ADAL" clId="{7580C6FF-294C-4940-A431-823714CF8E59}" dt="2026-02-19T16:21:30.706" v="149" actId="1076"/>
          <ac:spMkLst>
            <pc:docMk/>
            <pc:sldMk cId="4242574641" sldId="516"/>
            <ac:spMk id="10" creationId="{2ECA92AF-0E56-7C53-00FE-18CE4A984CEC}"/>
          </ac:spMkLst>
        </pc:spChg>
        <pc:spChg chg="add mod">
          <ac:chgData name="Chiara La Fortezza" userId="e5130f3d-44d7-44ae-bf5e-3d7c4b6c1404" providerId="ADAL" clId="{7580C6FF-294C-4940-A431-823714CF8E59}" dt="2026-02-19T16:21:46.697" v="150" actId="1076"/>
          <ac:spMkLst>
            <pc:docMk/>
            <pc:sldMk cId="4242574641" sldId="516"/>
            <ac:spMk id="11" creationId="{D1E35211-8064-EE83-1A10-56C451CFBF3D}"/>
          </ac:spMkLst>
        </pc:spChg>
        <pc:spChg chg="add mod">
          <ac:chgData name="Chiara La Fortezza" userId="e5130f3d-44d7-44ae-bf5e-3d7c4b6c1404" providerId="ADAL" clId="{7580C6FF-294C-4940-A431-823714CF8E59}" dt="2026-02-19T16:21:46.697" v="150" actId="1076"/>
          <ac:spMkLst>
            <pc:docMk/>
            <pc:sldMk cId="4242574641" sldId="516"/>
            <ac:spMk id="12" creationId="{BB5A9C7F-172B-0AD8-A589-F9A72965E80A}"/>
          </ac:spMkLst>
        </pc:spChg>
        <pc:spChg chg="mod">
          <ac:chgData name="Chiara La Fortezza" userId="e5130f3d-44d7-44ae-bf5e-3d7c4b6c1404" providerId="ADAL" clId="{7580C6FF-294C-4940-A431-823714CF8E59}" dt="2026-02-19T16:20:25.309" v="144" actId="1076"/>
          <ac:spMkLst>
            <pc:docMk/>
            <pc:sldMk cId="4242574641" sldId="516"/>
            <ac:spMk id="14" creationId="{78C04369-BEFA-7B90-1F81-ACC7F81A467F}"/>
          </ac:spMkLst>
        </pc:spChg>
        <pc:spChg chg="mod">
          <ac:chgData name="Chiara La Fortezza" userId="e5130f3d-44d7-44ae-bf5e-3d7c4b6c1404" providerId="ADAL" clId="{7580C6FF-294C-4940-A431-823714CF8E59}" dt="2026-02-19T16:20:25.309" v="144" actId="1076"/>
          <ac:spMkLst>
            <pc:docMk/>
            <pc:sldMk cId="4242574641" sldId="516"/>
            <ac:spMk id="16" creationId="{82D7F381-4810-DDF0-64F0-F4AA8CC356C8}"/>
          </ac:spMkLst>
        </pc:spChg>
        <pc:spChg chg="add mod">
          <ac:chgData name="Chiara La Fortezza" userId="e5130f3d-44d7-44ae-bf5e-3d7c4b6c1404" providerId="ADAL" clId="{7580C6FF-294C-4940-A431-823714CF8E59}" dt="2026-02-19T16:21:46.697" v="150" actId="1076"/>
          <ac:spMkLst>
            <pc:docMk/>
            <pc:sldMk cId="4242574641" sldId="516"/>
            <ac:spMk id="18" creationId="{D9938853-6ECA-CAFB-8BC0-BF92A635826B}"/>
          </ac:spMkLst>
        </pc:spChg>
        <pc:spChg chg="add mod">
          <ac:chgData name="Chiara La Fortezza" userId="e5130f3d-44d7-44ae-bf5e-3d7c4b6c1404" providerId="ADAL" clId="{7580C6FF-294C-4940-A431-823714CF8E59}" dt="2026-02-19T16:21:18.565" v="148" actId="1076"/>
          <ac:spMkLst>
            <pc:docMk/>
            <pc:sldMk cId="4242574641" sldId="516"/>
            <ac:spMk id="19" creationId="{E5CB623A-11C7-9377-F9B6-D314869CC94B}"/>
          </ac:spMkLst>
        </pc:spChg>
        <pc:spChg chg="add mod">
          <ac:chgData name="Chiara La Fortezza" userId="e5130f3d-44d7-44ae-bf5e-3d7c4b6c1404" providerId="ADAL" clId="{7580C6FF-294C-4940-A431-823714CF8E59}" dt="2026-02-19T16:21:56.438" v="152" actId="1076"/>
          <ac:spMkLst>
            <pc:docMk/>
            <pc:sldMk cId="4242574641" sldId="516"/>
            <ac:spMk id="20" creationId="{CCB62E17-F6D6-3943-56E1-7E72A9883F69}"/>
          </ac:spMkLst>
        </pc:spChg>
        <pc:spChg chg="add mod">
          <ac:chgData name="Chiara La Fortezza" userId="e5130f3d-44d7-44ae-bf5e-3d7c4b6c1404" providerId="ADAL" clId="{7580C6FF-294C-4940-A431-823714CF8E59}" dt="2026-02-19T16:22:12.835" v="153" actId="1076"/>
          <ac:spMkLst>
            <pc:docMk/>
            <pc:sldMk cId="4242574641" sldId="516"/>
            <ac:spMk id="21" creationId="{18F05BFC-AAD8-7611-ACAD-C543DC7A733A}"/>
          </ac:spMkLst>
        </pc:spChg>
        <pc:spChg chg="mod">
          <ac:chgData name="Chiara La Fortezza" userId="e5130f3d-44d7-44ae-bf5e-3d7c4b6c1404" providerId="ADAL" clId="{7580C6FF-294C-4940-A431-823714CF8E59}" dt="2026-02-19T16:20:25.309" v="144" actId="1076"/>
          <ac:spMkLst>
            <pc:docMk/>
            <pc:sldMk cId="4242574641" sldId="516"/>
            <ac:spMk id="22" creationId="{687780A2-2931-2B68-B648-8C46480AD95B}"/>
          </ac:spMkLst>
        </pc:spChg>
        <pc:spChg chg="mod">
          <ac:chgData name="Chiara La Fortezza" userId="e5130f3d-44d7-44ae-bf5e-3d7c4b6c1404" providerId="ADAL" clId="{7580C6FF-294C-4940-A431-823714CF8E59}" dt="2026-02-19T16:21:30.706" v="149" actId="1076"/>
          <ac:spMkLst>
            <pc:docMk/>
            <pc:sldMk cId="4242574641" sldId="516"/>
            <ac:spMk id="24" creationId="{4B3DE5BC-04A7-59E0-09B2-ECFBC98F438A}"/>
          </ac:spMkLst>
        </pc:spChg>
        <pc:spChg chg="mod">
          <ac:chgData name="Chiara La Fortezza" userId="e5130f3d-44d7-44ae-bf5e-3d7c4b6c1404" providerId="ADAL" clId="{7580C6FF-294C-4940-A431-823714CF8E59}" dt="2026-02-19T16:21:46.697" v="150" actId="1076"/>
          <ac:spMkLst>
            <pc:docMk/>
            <pc:sldMk cId="4242574641" sldId="516"/>
            <ac:spMk id="26" creationId="{DCA2214F-E4E0-0689-8619-2F52A464F0E9}"/>
          </ac:spMkLst>
        </pc:spChg>
        <pc:spChg chg="mod">
          <ac:chgData name="Chiara La Fortezza" userId="e5130f3d-44d7-44ae-bf5e-3d7c4b6c1404" providerId="ADAL" clId="{7580C6FF-294C-4940-A431-823714CF8E59}" dt="2026-02-19T16:21:46.697" v="150" actId="1076"/>
          <ac:spMkLst>
            <pc:docMk/>
            <pc:sldMk cId="4242574641" sldId="516"/>
            <ac:spMk id="28" creationId="{3D62A79F-88E0-B73A-58E2-14A676ABA524}"/>
          </ac:spMkLst>
        </pc:spChg>
        <pc:spChg chg="mod">
          <ac:chgData name="Chiara La Fortezza" userId="e5130f3d-44d7-44ae-bf5e-3d7c4b6c1404" providerId="ADAL" clId="{7580C6FF-294C-4940-A431-823714CF8E59}" dt="2026-02-19T16:21:46.697" v="150" actId="1076"/>
          <ac:spMkLst>
            <pc:docMk/>
            <pc:sldMk cId="4242574641" sldId="516"/>
            <ac:spMk id="31" creationId="{1D4A6026-2924-AB63-3546-C803AFA8124B}"/>
          </ac:spMkLst>
        </pc:spChg>
        <pc:spChg chg="mod">
          <ac:chgData name="Chiara La Fortezza" userId="e5130f3d-44d7-44ae-bf5e-3d7c4b6c1404" providerId="ADAL" clId="{7580C6FF-294C-4940-A431-823714CF8E59}" dt="2026-02-19T16:21:18.565" v="148" actId="1076"/>
          <ac:spMkLst>
            <pc:docMk/>
            <pc:sldMk cId="4242574641" sldId="516"/>
            <ac:spMk id="32" creationId="{716919C2-341A-F17E-B368-FE5632060C48}"/>
          </ac:spMkLst>
        </pc:spChg>
        <pc:spChg chg="mod">
          <ac:chgData name="Chiara La Fortezza" userId="e5130f3d-44d7-44ae-bf5e-3d7c4b6c1404" providerId="ADAL" clId="{7580C6FF-294C-4940-A431-823714CF8E59}" dt="2026-02-19T16:21:56.438" v="152" actId="1076"/>
          <ac:spMkLst>
            <pc:docMk/>
            <pc:sldMk cId="4242574641" sldId="516"/>
            <ac:spMk id="34" creationId="{15D259E3-D010-1BC1-273A-E42622119589}"/>
          </ac:spMkLst>
        </pc:spChg>
        <pc:spChg chg="mod">
          <ac:chgData name="Chiara La Fortezza" userId="e5130f3d-44d7-44ae-bf5e-3d7c4b6c1404" providerId="ADAL" clId="{7580C6FF-294C-4940-A431-823714CF8E59}" dt="2026-02-19T16:22:12.835" v="153" actId="1076"/>
          <ac:spMkLst>
            <pc:docMk/>
            <pc:sldMk cId="4242574641" sldId="516"/>
            <ac:spMk id="36" creationId="{BF41F8F3-9147-3DAC-C67A-374A758CBD16}"/>
          </ac:spMkLst>
        </pc:spChg>
        <pc:spChg chg="mod">
          <ac:chgData name="Chiara La Fortezza" userId="e5130f3d-44d7-44ae-bf5e-3d7c4b6c1404" providerId="ADAL" clId="{7580C6FF-294C-4940-A431-823714CF8E59}" dt="2026-02-19T16:22:12.835" v="153" actId="1076"/>
          <ac:spMkLst>
            <pc:docMk/>
            <pc:sldMk cId="4242574641" sldId="516"/>
            <ac:spMk id="39" creationId="{B551714E-EA6C-17F0-3571-7F59CB6F9CA7}"/>
          </ac:spMkLst>
        </pc:spChg>
        <pc:spChg chg="mod">
          <ac:chgData name="Chiara La Fortezza" userId="e5130f3d-44d7-44ae-bf5e-3d7c4b6c1404" providerId="ADAL" clId="{7580C6FF-294C-4940-A431-823714CF8E59}" dt="2026-02-19T16:52:19.222" v="885" actId="1076"/>
          <ac:spMkLst>
            <pc:docMk/>
            <pc:sldMk cId="4242574641" sldId="516"/>
            <ac:spMk id="40" creationId="{981153E7-7D4D-48A5-228C-231BF3F2860E}"/>
          </ac:spMkLst>
        </pc:spChg>
        <pc:spChg chg="add mod">
          <ac:chgData name="Chiara La Fortezza" userId="e5130f3d-44d7-44ae-bf5e-3d7c4b6c1404" providerId="ADAL" clId="{7580C6FF-294C-4940-A431-823714CF8E59}" dt="2026-02-19T16:22:12.835" v="153" actId="1076"/>
          <ac:spMkLst>
            <pc:docMk/>
            <pc:sldMk cId="4242574641" sldId="516"/>
            <ac:spMk id="41" creationId="{17C13B76-1E53-E8B2-76CC-1D2FC3917A34}"/>
          </ac:spMkLst>
        </pc:spChg>
        <pc:spChg chg="add mod ord">
          <ac:chgData name="Chiara La Fortezza" userId="e5130f3d-44d7-44ae-bf5e-3d7c4b6c1404" providerId="ADAL" clId="{7580C6FF-294C-4940-A431-823714CF8E59}" dt="2026-02-19T16:20:28.969" v="145" actId="14100"/>
          <ac:spMkLst>
            <pc:docMk/>
            <pc:sldMk cId="4242574641" sldId="516"/>
            <ac:spMk id="42" creationId="{8AA00BD7-B69B-15BA-D010-C3193130FCC5}"/>
          </ac:spMkLst>
        </pc:spChg>
        <pc:picChg chg="mod modCrop">
          <ac:chgData name="Chiara La Fortezza" userId="e5130f3d-44d7-44ae-bf5e-3d7c4b6c1404" providerId="ADAL" clId="{7580C6FF-294C-4940-A431-823714CF8E59}" dt="2026-02-19T16:52:10.160" v="884" actId="1038"/>
          <ac:picMkLst>
            <pc:docMk/>
            <pc:sldMk cId="4242574641" sldId="516"/>
            <ac:picMk id="5" creationId="{26014E85-991E-CA32-E977-BE39AB4911FF}"/>
          </ac:picMkLst>
        </pc:picChg>
      </pc:sldChg>
      <pc:sldChg chg="modSp mod">
        <pc:chgData name="Chiara La Fortezza" userId="e5130f3d-44d7-44ae-bf5e-3d7c4b6c1404" providerId="ADAL" clId="{7580C6FF-294C-4940-A431-823714CF8E59}" dt="2026-02-20T10:37:57.093" v="925" actId="1036"/>
        <pc:sldMkLst>
          <pc:docMk/>
          <pc:sldMk cId="1392444945" sldId="517"/>
        </pc:sldMkLst>
        <pc:spChg chg="mod">
          <ac:chgData name="Chiara La Fortezza" userId="e5130f3d-44d7-44ae-bf5e-3d7c4b6c1404" providerId="ADAL" clId="{7580C6FF-294C-4940-A431-823714CF8E59}" dt="2026-02-20T10:37:57.093" v="925" actId="1036"/>
          <ac:spMkLst>
            <pc:docMk/>
            <pc:sldMk cId="1392444945" sldId="517"/>
            <ac:spMk id="3" creationId="{44B1A82D-2714-2774-D1CD-8533EF7D3BB5}"/>
          </ac:spMkLst>
        </pc:spChg>
        <pc:spChg chg="mod">
          <ac:chgData name="Chiara La Fortezza" userId="e5130f3d-44d7-44ae-bf5e-3d7c4b6c1404" providerId="ADAL" clId="{7580C6FF-294C-4940-A431-823714CF8E59}" dt="2026-02-20T10:37:49.271" v="918" actId="1036"/>
          <ac:spMkLst>
            <pc:docMk/>
            <pc:sldMk cId="1392444945" sldId="517"/>
            <ac:spMk id="18" creationId="{6AF5B2EC-0CB4-179F-BF55-E0B2E6F7B332}"/>
          </ac:spMkLst>
        </pc:spChg>
        <pc:spChg chg="mod">
          <ac:chgData name="Chiara La Fortezza" userId="e5130f3d-44d7-44ae-bf5e-3d7c4b6c1404" providerId="ADAL" clId="{7580C6FF-294C-4940-A431-823714CF8E59}" dt="2026-02-20T10:37:51.582" v="919" actId="1035"/>
          <ac:spMkLst>
            <pc:docMk/>
            <pc:sldMk cId="1392444945" sldId="517"/>
            <ac:spMk id="21" creationId="{F72EC312-4802-B24A-3B03-9FFEA162B48D}"/>
          </ac:spMkLst>
        </pc:spChg>
        <pc:spChg chg="mod">
          <ac:chgData name="Chiara La Fortezza" userId="e5130f3d-44d7-44ae-bf5e-3d7c4b6c1404" providerId="ADAL" clId="{7580C6FF-294C-4940-A431-823714CF8E59}" dt="2026-02-20T10:37:54.003" v="921" actId="1036"/>
          <ac:spMkLst>
            <pc:docMk/>
            <pc:sldMk cId="1392444945" sldId="517"/>
            <ac:spMk id="26" creationId="{3552B37C-C46E-AC50-BAE7-9953212FC26B}"/>
          </ac:spMkLst>
        </pc:spChg>
      </pc:sldChg>
      <pc:sldChg chg="delSp modSp mod">
        <pc:chgData name="Chiara La Fortezza" userId="e5130f3d-44d7-44ae-bf5e-3d7c4b6c1404" providerId="ADAL" clId="{7580C6FF-294C-4940-A431-823714CF8E59}" dt="2026-02-19T16:54:29.449" v="908" actId="14100"/>
        <pc:sldMkLst>
          <pc:docMk/>
          <pc:sldMk cId="1858732342" sldId="518"/>
        </pc:sldMkLst>
        <pc:spChg chg="mod">
          <ac:chgData name="Chiara La Fortezza" userId="e5130f3d-44d7-44ae-bf5e-3d7c4b6c1404" providerId="ADAL" clId="{7580C6FF-294C-4940-A431-823714CF8E59}" dt="2026-02-19T16:54:29.449" v="908" actId="14100"/>
          <ac:spMkLst>
            <pc:docMk/>
            <pc:sldMk cId="1858732342" sldId="518"/>
            <ac:spMk id="7" creationId="{2A0E33E8-1191-1DA0-DF7B-D75F87B61623}"/>
          </ac:spMkLst>
        </pc:spChg>
        <pc:picChg chg="mod">
          <ac:chgData name="Chiara La Fortezza" userId="e5130f3d-44d7-44ae-bf5e-3d7c4b6c1404" providerId="ADAL" clId="{7580C6FF-294C-4940-A431-823714CF8E59}" dt="2026-02-19T16:53:22.304" v="897" actId="1076"/>
          <ac:picMkLst>
            <pc:docMk/>
            <pc:sldMk cId="1858732342" sldId="518"/>
            <ac:picMk id="3" creationId="{7D25B83D-D000-0A49-6491-748AA2B7761E}"/>
          </ac:picMkLst>
        </pc:picChg>
        <pc:picChg chg="mod">
          <ac:chgData name="Chiara La Fortezza" userId="e5130f3d-44d7-44ae-bf5e-3d7c4b6c1404" providerId="ADAL" clId="{7580C6FF-294C-4940-A431-823714CF8E59}" dt="2026-02-19T16:54:14.161" v="905" actId="1076"/>
          <ac:picMkLst>
            <pc:docMk/>
            <pc:sldMk cId="1858732342" sldId="518"/>
            <ac:picMk id="5" creationId="{179B2443-968C-2672-B405-B623DE48B514}"/>
          </ac:picMkLst>
        </pc:picChg>
        <pc:picChg chg="mod">
          <ac:chgData name="Chiara La Fortezza" userId="e5130f3d-44d7-44ae-bf5e-3d7c4b6c1404" providerId="ADAL" clId="{7580C6FF-294C-4940-A431-823714CF8E59}" dt="2026-02-19T16:54:09.536" v="904" actId="14100"/>
          <ac:picMkLst>
            <pc:docMk/>
            <pc:sldMk cId="1858732342" sldId="518"/>
            <ac:picMk id="8" creationId="{2031C330-AF04-9F0D-27F3-59FBD6C94CB9}"/>
          </ac:picMkLst>
        </pc:picChg>
      </pc:sldChg>
      <pc:sldChg chg="modSp mod">
        <pc:chgData name="Chiara La Fortezza" userId="e5130f3d-44d7-44ae-bf5e-3d7c4b6c1404" providerId="ADAL" clId="{7580C6FF-294C-4940-A431-823714CF8E59}" dt="2026-02-20T10:42:45.879" v="940" actId="1038"/>
        <pc:sldMkLst>
          <pc:docMk/>
          <pc:sldMk cId="3758244817" sldId="526"/>
        </pc:sldMkLst>
        <pc:spChg chg="mod">
          <ac:chgData name="Chiara La Fortezza" userId="e5130f3d-44d7-44ae-bf5e-3d7c4b6c1404" providerId="ADAL" clId="{7580C6FF-294C-4940-A431-823714CF8E59}" dt="2026-02-20T10:42:45.879" v="940" actId="1038"/>
          <ac:spMkLst>
            <pc:docMk/>
            <pc:sldMk cId="3758244817" sldId="526"/>
            <ac:spMk id="6" creationId="{46DBB5F1-068C-FD61-859A-0E724E1E52F4}"/>
          </ac:spMkLst>
        </pc:spChg>
        <pc:spChg chg="mod">
          <ac:chgData name="Chiara La Fortezza" userId="e5130f3d-44d7-44ae-bf5e-3d7c4b6c1404" providerId="ADAL" clId="{7580C6FF-294C-4940-A431-823714CF8E59}" dt="2026-02-20T10:39:00.833" v="936" actId="1076"/>
          <ac:spMkLst>
            <pc:docMk/>
            <pc:sldMk cId="3758244817" sldId="526"/>
            <ac:spMk id="8" creationId="{601F4378-AE43-C6EA-E007-52A68DA802A2}"/>
          </ac:spMkLst>
        </pc:spChg>
        <pc:spChg chg="mod">
          <ac:chgData name="Chiara La Fortezza" userId="e5130f3d-44d7-44ae-bf5e-3d7c4b6c1404" providerId="ADAL" clId="{7580C6FF-294C-4940-A431-823714CF8E59}" dt="2026-02-20T10:39:09.596" v="938" actId="1076"/>
          <ac:spMkLst>
            <pc:docMk/>
            <pc:sldMk cId="3758244817" sldId="526"/>
            <ac:spMk id="9" creationId="{6607CE1A-29A6-9B49-1379-15A2A5BE41A3}"/>
          </ac:spMkLst>
        </pc:spChg>
        <pc:spChg chg="mod">
          <ac:chgData name="Chiara La Fortezza" userId="e5130f3d-44d7-44ae-bf5e-3d7c4b6c1404" providerId="ADAL" clId="{7580C6FF-294C-4940-A431-823714CF8E59}" dt="2026-02-20T10:39:05.718" v="937" actId="1076"/>
          <ac:spMkLst>
            <pc:docMk/>
            <pc:sldMk cId="3758244817" sldId="526"/>
            <ac:spMk id="10" creationId="{8991C5FF-BA83-C982-C1DE-C96EADCEBF51}"/>
          </ac:spMkLst>
        </pc:spChg>
        <pc:spChg chg="mod">
          <ac:chgData name="Chiara La Fortezza" userId="e5130f3d-44d7-44ae-bf5e-3d7c4b6c1404" providerId="ADAL" clId="{7580C6FF-294C-4940-A431-823714CF8E59}" dt="2026-02-20T10:39:22.200" v="939" actId="1076"/>
          <ac:spMkLst>
            <pc:docMk/>
            <pc:sldMk cId="3758244817" sldId="526"/>
            <ac:spMk id="11" creationId="{58F000DE-8EBF-C558-A0CC-5B47589674FE}"/>
          </ac:spMkLst>
        </pc:spChg>
        <pc:spChg chg="mod">
          <ac:chgData name="Chiara La Fortezza" userId="e5130f3d-44d7-44ae-bf5e-3d7c4b6c1404" providerId="ADAL" clId="{7580C6FF-294C-4940-A431-823714CF8E59}" dt="2026-02-20T10:38:28.874" v="931" actId="1076"/>
          <ac:spMkLst>
            <pc:docMk/>
            <pc:sldMk cId="3758244817" sldId="526"/>
            <ac:spMk id="12" creationId="{2295EDDB-7AA9-4CCE-0AB1-80DF017C4CF2}"/>
          </ac:spMkLst>
        </pc:spChg>
        <pc:spChg chg="mod">
          <ac:chgData name="Chiara La Fortezza" userId="e5130f3d-44d7-44ae-bf5e-3d7c4b6c1404" providerId="ADAL" clId="{7580C6FF-294C-4940-A431-823714CF8E59}" dt="2026-02-20T10:38:42.235" v="933" actId="1076"/>
          <ac:spMkLst>
            <pc:docMk/>
            <pc:sldMk cId="3758244817" sldId="526"/>
            <ac:spMk id="13" creationId="{2C928E72-04EB-C545-C431-76085623A5C8}"/>
          </ac:spMkLst>
        </pc:spChg>
      </pc:sldChg>
      <pc:sldMasterChg chg="modSp modSldLayout">
        <pc:chgData name="Chiara La Fortezza" userId="e5130f3d-44d7-44ae-bf5e-3d7c4b6c1404" providerId="ADAL" clId="{7580C6FF-294C-4940-A431-823714CF8E59}" dt="2026-02-19T16:34:08.197" v="359" actId="735"/>
        <pc:sldMasterMkLst>
          <pc:docMk/>
          <pc:sldMasterMk cId="321240811" sldId="2147483684"/>
        </pc:sldMasterMkLst>
        <pc:sldLayoutChg chg="modSp">
          <pc:chgData name="Chiara La Fortezza" userId="e5130f3d-44d7-44ae-bf5e-3d7c4b6c1404" providerId="ADAL" clId="{7580C6FF-294C-4940-A431-823714CF8E59}" dt="2026-02-19T16:32:24.729" v="351" actId="735"/>
          <pc:sldLayoutMkLst>
            <pc:docMk/>
            <pc:sldMasterMk cId="321240811" sldId="2147483684"/>
            <pc:sldLayoutMk cId="3976568551" sldId="2147483712"/>
          </pc:sldLayoutMkLst>
        </pc:sldLayoutChg>
        <pc:sldLayoutChg chg="modSp">
          <pc:chgData name="Chiara La Fortezza" userId="e5130f3d-44d7-44ae-bf5e-3d7c4b6c1404" providerId="ADAL" clId="{7580C6FF-294C-4940-A431-823714CF8E59}" dt="2026-02-19T16:32:33.023" v="352" actId="735"/>
          <pc:sldLayoutMkLst>
            <pc:docMk/>
            <pc:sldMasterMk cId="321240811" sldId="2147483684"/>
            <pc:sldLayoutMk cId="1018395668" sldId="214748371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70CCE2-07B5-42B8-4C69-CFA63A94EF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4DA0C22-587E-094A-EB43-74AE1D3D65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729818-100B-4B35-841D-F4CBA1079EFB}" type="datetime1">
              <a:rPr lang="it-IT" smtClean="0"/>
              <a:t>24/02/2026</a:t>
            </a:fld>
            <a:endParaRPr lang="en-GB"/>
          </a:p>
        </p:txBody>
      </p:sp>
      <p:sp>
        <p:nvSpPr>
          <p:cNvPr id="4" name="Footer Placeholder 3">
            <a:extLst>
              <a:ext uri="{FF2B5EF4-FFF2-40B4-BE49-F238E27FC236}">
                <a16:creationId xmlns:a16="http://schemas.microsoft.com/office/drawing/2014/main" id="{B3B9D011-D1C1-4748-2BCA-C986D87C2B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9157C30-889D-F817-EC79-2EEEC708E5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13E226-26F5-4438-BCFE-591C08004524}" type="slidenum">
              <a:rPr lang="en-GB" smtClean="0"/>
              <a:t>‹#›</a:t>
            </a:fld>
            <a:endParaRPr lang="en-GB"/>
          </a:p>
        </p:txBody>
      </p:sp>
    </p:spTree>
    <p:extLst>
      <p:ext uri="{BB962C8B-B14F-4D97-AF65-F5344CB8AC3E}">
        <p14:creationId xmlns:p14="http://schemas.microsoft.com/office/powerpoint/2010/main" val="4035071433"/>
      </p:ext>
    </p:extLst>
  </p:cSld>
  <p:clrMap bg1="lt1" tx1="dk1" bg2="lt2" tx2="dk2" accent1="accent1" accent2="accent2" accent3="accent3" accent4="accent4" accent5="accent5" accent6="accent6" hlink="hlink" folHlink="folHlink"/>
  <p:hf hdr="0" ft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E32FD-C400-43E4-B2C5-F8E919C251C9}" type="datetime1">
              <a:rPr lang="it-IT" smtClean="0"/>
              <a:t>24/02/2026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0BAC7-76DD-4D05-AF79-5723CC1B8228}" type="slidenum">
              <a:rPr lang="en-GB" smtClean="0"/>
              <a:t>‹#›</a:t>
            </a:fld>
            <a:endParaRPr lang="en-GB"/>
          </a:p>
        </p:txBody>
      </p:sp>
    </p:spTree>
    <p:extLst>
      <p:ext uri="{BB962C8B-B14F-4D97-AF65-F5344CB8AC3E}">
        <p14:creationId xmlns:p14="http://schemas.microsoft.com/office/powerpoint/2010/main" val="1321939960"/>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15">
            <a:extLst>
              <a:ext uri="{FF2B5EF4-FFF2-40B4-BE49-F238E27FC236}">
                <a16:creationId xmlns:a16="http://schemas.microsoft.com/office/drawing/2014/main" id="{ECE66032-D66C-2BFA-56C2-6CF90A073B62}"/>
              </a:ext>
            </a:extLst>
          </p:cNvPr>
          <p:cNvSpPr>
            <a:spLocks noGrp="1"/>
          </p:cNvSpPr>
          <p:nvPr>
            <p:ph type="title" hasCustomPrompt="1"/>
          </p:nvPr>
        </p:nvSpPr>
        <p:spPr>
          <a:xfrm>
            <a:off x="540000" y="4728002"/>
            <a:ext cx="8604000" cy="830997"/>
          </a:xfrm>
          <a:prstGeom prst="rect">
            <a:avLst/>
          </a:prstGeom>
        </p:spPr>
        <p:txBody>
          <a:bodyPr lIns="0" tIns="0" rIns="0" bIns="0" anchor="ctr" anchorCtr="0">
            <a:spAutoFit/>
          </a:bodyPr>
          <a:lstStyle>
            <a:lvl1pPr>
              <a:lnSpc>
                <a:spcPct val="100000"/>
              </a:lnSpc>
              <a:defRPr sz="5400">
                <a:solidFill>
                  <a:schemeClr val="bg1">
                    <a:lumMod val="95000"/>
                  </a:schemeClr>
                </a:solidFill>
                <a:latin typeface="Source Serif Pro Light" panose="02040303050405020204" pitchFamily="18" charset="0"/>
                <a:ea typeface="Source Serif Pro Light" panose="02040303050405020204" pitchFamily="18" charset="0"/>
              </a:defRPr>
            </a:lvl1pPr>
          </a:lstStyle>
          <a:p>
            <a:r>
              <a:rPr lang="en-US"/>
              <a:t>Titolo della </a:t>
            </a:r>
            <a:r>
              <a:rPr lang="en-US" err="1"/>
              <a:t>Presentazione</a:t>
            </a:r>
            <a:endParaRPr lang="en-GB"/>
          </a:p>
        </p:txBody>
      </p:sp>
      <p:sp>
        <p:nvSpPr>
          <p:cNvPr id="3" name="Text Placeholder 15">
            <a:extLst>
              <a:ext uri="{FF2B5EF4-FFF2-40B4-BE49-F238E27FC236}">
                <a16:creationId xmlns:a16="http://schemas.microsoft.com/office/drawing/2014/main" id="{30336F98-EC14-38CC-D44C-6B5DC46F4BDA}"/>
              </a:ext>
            </a:extLst>
          </p:cNvPr>
          <p:cNvSpPr>
            <a:spLocks noGrp="1"/>
          </p:cNvSpPr>
          <p:nvPr>
            <p:ph type="body" sz="quarter" idx="11" hasCustomPrompt="1"/>
          </p:nvPr>
        </p:nvSpPr>
        <p:spPr>
          <a:xfrm>
            <a:off x="539750" y="9108900"/>
            <a:ext cx="8604250" cy="540000"/>
          </a:xfrm>
          <a:prstGeom prst="rect">
            <a:avLst/>
          </a:prstGeom>
        </p:spPr>
        <p:txBody>
          <a:bodyPr lIns="0" tIns="0" rIns="0" bIns="0"/>
          <a:lstStyle>
            <a:lvl1pPr>
              <a:lnSpc>
                <a:spcPct val="100000"/>
              </a:lnSpc>
              <a:spcBef>
                <a:spcPts val="1200"/>
              </a:spcBef>
              <a:buNone/>
              <a:defRPr sz="2400">
                <a:solidFill>
                  <a:schemeClr val="bg1"/>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err="1"/>
              <a:t>gg.mm.aaaa</a:t>
            </a:r>
            <a:endParaRPr lang="en-US"/>
          </a:p>
        </p:txBody>
      </p:sp>
    </p:spTree>
    <p:extLst>
      <p:ext uri="{BB962C8B-B14F-4D97-AF65-F5344CB8AC3E}">
        <p14:creationId xmlns:p14="http://schemas.microsoft.com/office/powerpoint/2010/main" val="3339948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590B1872-5B56-8D39-6239-CFC9EB4AAD3C}"/>
              </a:ext>
            </a:extLst>
          </p:cNvPr>
          <p:cNvSpPr>
            <a:spLocks noGrp="1"/>
          </p:cNvSpPr>
          <p:nvPr>
            <p:ph type="sldNum" sz="quarter" idx="4"/>
          </p:nvPr>
        </p:nvSpPr>
        <p:spPr>
          <a:xfrm>
            <a:off x="17460000" y="9720000"/>
            <a:ext cx="360000" cy="288000"/>
          </a:xfrm>
          <a:prstGeom prst="rect">
            <a:avLst/>
          </a:prstGeom>
        </p:spPr>
        <p:txBody>
          <a:bodyPr lIns="0" tIns="0" rIns="0" bIns="0" anchor="t" anchorCtr="0"/>
          <a:lstStyle>
            <a:lvl1pPr>
              <a:defRPr sz="1600">
                <a:solidFill>
                  <a:schemeClr val="bg1"/>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BCADEA13-1D94-C41D-4385-AAD4DCA18932}"/>
              </a:ext>
            </a:extLst>
          </p:cNvPr>
          <p:cNvSpPr>
            <a:spLocks noGrp="1"/>
          </p:cNvSpPr>
          <p:nvPr>
            <p:ph type="dt" sz="half" idx="2"/>
          </p:nvPr>
        </p:nvSpPr>
        <p:spPr>
          <a:xfrm>
            <a:off x="15948000" y="9720000"/>
            <a:ext cx="1188000" cy="288000"/>
          </a:xfrm>
          <a:prstGeom prst="rect">
            <a:avLst/>
          </a:prstGeom>
        </p:spPr>
        <p:txBody>
          <a:bodyPr wrap="none" lIns="0" tIns="0" rIns="0" bIns="0" anchor="t" anchorCtr="0"/>
          <a:lstStyle>
            <a:lvl1pPr>
              <a:defRPr sz="1600">
                <a:solidFill>
                  <a:schemeClr val="bg1"/>
                </a:solidFill>
                <a:latin typeface="Ronzino" pitchFamily="50" charset="0"/>
              </a:defRPr>
            </a:lvl1pPr>
          </a:lstStyle>
          <a:p>
            <a:fld id="{F745174D-469D-458D-B778-7F3B93507EFB}" type="datetime1">
              <a:rPr lang="it-IT" smtClean="0"/>
              <a:t>24/02/2026</a:t>
            </a:fld>
            <a:endParaRPr lang="en-GB"/>
          </a:p>
        </p:txBody>
      </p:sp>
      <p:sp>
        <p:nvSpPr>
          <p:cNvPr id="4" name="TextBox 10">
            <a:extLst>
              <a:ext uri="{FF2B5EF4-FFF2-40B4-BE49-F238E27FC236}">
                <a16:creationId xmlns:a16="http://schemas.microsoft.com/office/drawing/2014/main" id="{EBF86A37-8B1E-2A07-4354-BE55DF85CF19}"/>
              </a:ext>
            </a:extLst>
          </p:cNvPr>
          <p:cNvSpPr txBox="1"/>
          <p:nvPr userDrawn="1"/>
        </p:nvSpPr>
        <p:spPr>
          <a:xfrm>
            <a:off x="17216647" y="9705711"/>
            <a:ext cx="180000" cy="246221"/>
          </a:xfrm>
          <a:prstGeom prst="rect">
            <a:avLst/>
          </a:prstGeom>
          <a:noFill/>
        </p:spPr>
        <p:txBody>
          <a:bodyPr wrap="square" lIns="0" tIns="0" rIns="0" bIns="0" rtlCol="0">
            <a:spAutoFit/>
          </a:bodyPr>
          <a:lstStyle/>
          <a:p>
            <a:pPr algn="ctr"/>
            <a:r>
              <a:rPr lang="en-GB" sz="1600">
                <a:solidFill>
                  <a:schemeClr val="bg1"/>
                </a:solidFill>
                <a:latin typeface="Ronzino" pitchFamily="50" charset="0"/>
              </a:rPr>
              <a:t>|</a:t>
            </a:r>
          </a:p>
        </p:txBody>
      </p:sp>
      <p:sp>
        <p:nvSpPr>
          <p:cNvPr id="6" name="Title 15">
            <a:extLst>
              <a:ext uri="{FF2B5EF4-FFF2-40B4-BE49-F238E27FC236}">
                <a16:creationId xmlns:a16="http://schemas.microsoft.com/office/drawing/2014/main" id="{5B1FE215-E5DA-105C-9A6E-BA7168F0F2E4}"/>
              </a:ext>
            </a:extLst>
          </p:cNvPr>
          <p:cNvSpPr>
            <a:spLocks noGrp="1"/>
          </p:cNvSpPr>
          <p:nvPr>
            <p:ph type="title" hasCustomPrompt="1"/>
          </p:nvPr>
        </p:nvSpPr>
        <p:spPr>
          <a:xfrm>
            <a:off x="540000" y="1440000"/>
            <a:ext cx="8604000" cy="1800000"/>
          </a:xfrm>
          <a:prstGeom prst="rect">
            <a:avLst/>
          </a:prstGeom>
        </p:spPr>
        <p:txBody>
          <a:bodyPr lIns="0" tIns="0" rIns="0" bIns="0" anchor="t" anchorCtr="0"/>
          <a:lstStyle>
            <a:lvl1pPr>
              <a:lnSpc>
                <a:spcPct val="100000"/>
              </a:lnSpc>
              <a:defRPr sz="4000">
                <a:solidFill>
                  <a:schemeClr val="bg1">
                    <a:lumMod val="95000"/>
                  </a:schemeClr>
                </a:solidFill>
                <a:latin typeface="Source Serif Pro" panose="02040603050405020204" pitchFamily="18" charset="0"/>
                <a:ea typeface="Source Serif Pro" panose="02040603050405020204" pitchFamily="18" charset="0"/>
              </a:defRPr>
            </a:lvl1pPr>
          </a:lstStyle>
          <a:p>
            <a:r>
              <a:rPr lang="en-US"/>
              <a:t>Titolo della </a:t>
            </a:r>
            <a:r>
              <a:rPr lang="en-US" err="1"/>
              <a:t>Sezione</a:t>
            </a:r>
            <a:endParaRPr lang="en-GB"/>
          </a:p>
        </p:txBody>
      </p:sp>
    </p:spTree>
    <p:extLst>
      <p:ext uri="{BB962C8B-B14F-4D97-AF65-F5344CB8AC3E}">
        <p14:creationId xmlns:p14="http://schemas.microsoft.com/office/powerpoint/2010/main" val="241681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4" name="Rectangle 3">
            <a:extLst>
              <a:ext uri="{FF2B5EF4-FFF2-40B4-BE49-F238E27FC236}">
                <a16:creationId xmlns:a16="http://schemas.microsoft.com/office/drawing/2014/main" id="{84A2416D-FBBD-870F-946C-62B5EB4E7A5F}"/>
              </a:ext>
            </a:extLst>
          </p:cNvPr>
          <p:cNvSpPr/>
          <p:nvPr userDrawn="1"/>
        </p:nvSpPr>
        <p:spPr>
          <a:xfrm>
            <a:off x="0" y="0"/>
            <a:ext cx="539750" cy="1080000"/>
          </a:xfrm>
          <a:prstGeom prst="rect">
            <a:avLst/>
          </a:prstGeom>
          <a:solidFill>
            <a:srgbClr val="424F3D"/>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400">
                <a:latin typeface="Arial Nova" panose="020B0504020202020204" pitchFamily="34" charset="0"/>
              </a:rPr>
              <a:t>15 x 30 mm</a:t>
            </a:r>
          </a:p>
        </p:txBody>
      </p:sp>
      <p:sp>
        <p:nvSpPr>
          <p:cNvPr id="8" name="Rectangle 7">
            <a:extLst>
              <a:ext uri="{FF2B5EF4-FFF2-40B4-BE49-F238E27FC236}">
                <a16:creationId xmlns:a16="http://schemas.microsoft.com/office/drawing/2014/main" id="{AA983C16-1703-5A1B-45CC-75F783A94DC9}"/>
              </a:ext>
            </a:extLst>
          </p:cNvPr>
          <p:cNvSpPr/>
          <p:nvPr userDrawn="1"/>
        </p:nvSpPr>
        <p:spPr>
          <a:xfrm>
            <a:off x="0" y="9468000"/>
            <a:ext cx="539750" cy="828000"/>
          </a:xfrm>
          <a:prstGeom prst="rect">
            <a:avLst/>
          </a:prstGeom>
          <a:solidFill>
            <a:srgbClr val="424F3D"/>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400">
                <a:latin typeface="Arial Nova" panose="020B0504020202020204" pitchFamily="34" charset="0"/>
              </a:rPr>
              <a:t>15 x 30 mm</a:t>
            </a:r>
          </a:p>
        </p:txBody>
      </p:sp>
      <p:sp>
        <p:nvSpPr>
          <p:cNvPr id="9" name="Rectangle 8">
            <a:extLst>
              <a:ext uri="{FF2B5EF4-FFF2-40B4-BE49-F238E27FC236}">
                <a16:creationId xmlns:a16="http://schemas.microsoft.com/office/drawing/2014/main" id="{8E69B8C2-5CD0-435B-5695-4177DE5B1B43}"/>
              </a:ext>
            </a:extLst>
          </p:cNvPr>
          <p:cNvSpPr/>
          <p:nvPr userDrawn="1"/>
        </p:nvSpPr>
        <p:spPr>
          <a:xfrm>
            <a:off x="17748250" y="-5262"/>
            <a:ext cx="539750" cy="1080000"/>
          </a:xfrm>
          <a:prstGeom prst="rect">
            <a:avLst/>
          </a:prstGeom>
          <a:solidFill>
            <a:srgbClr val="424F3D"/>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400">
                <a:latin typeface="Arial Nova" panose="020B0504020202020204" pitchFamily="34" charset="0"/>
              </a:rPr>
              <a:t>15 x 30 mm</a:t>
            </a:r>
          </a:p>
        </p:txBody>
      </p:sp>
      <p:sp>
        <p:nvSpPr>
          <p:cNvPr id="10" name="Rectangle 9">
            <a:extLst>
              <a:ext uri="{FF2B5EF4-FFF2-40B4-BE49-F238E27FC236}">
                <a16:creationId xmlns:a16="http://schemas.microsoft.com/office/drawing/2014/main" id="{17E28CB1-CEE9-227C-6779-2583ABC51250}"/>
              </a:ext>
            </a:extLst>
          </p:cNvPr>
          <p:cNvSpPr/>
          <p:nvPr userDrawn="1"/>
        </p:nvSpPr>
        <p:spPr>
          <a:xfrm>
            <a:off x="1695450" y="0"/>
            <a:ext cx="539750" cy="1800000"/>
          </a:xfrm>
          <a:prstGeom prst="rect">
            <a:avLst/>
          </a:prstGeom>
          <a:solidFill>
            <a:srgbClr val="424F3D"/>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600">
                <a:latin typeface="Arial Nova" panose="020B0504020202020204" pitchFamily="34" charset="0"/>
              </a:rPr>
              <a:t>15 x 50 mm</a:t>
            </a:r>
          </a:p>
        </p:txBody>
      </p:sp>
    </p:spTree>
    <p:extLst>
      <p:ext uri="{BB962C8B-B14F-4D97-AF65-F5344CB8AC3E}">
        <p14:creationId xmlns:p14="http://schemas.microsoft.com/office/powerpoint/2010/main" val="1018395668"/>
      </p:ext>
    </p:extLst>
  </p:cSld>
  <p:clrMapOvr>
    <a:masterClrMapping/>
  </p:clrMapOvr>
  <p:extLst>
    <p:ext uri="{DCECCB84-F9BA-43D5-87BE-67443E8EF086}">
      <p15:sldGuideLst xmlns:p15="http://schemas.microsoft.com/office/powerpoint/2012/main">
        <p15:guide id="1" orient="horz" pos="1131" userDrawn="1">
          <p15:clr>
            <a:srgbClr val="9FCC3B"/>
          </p15:clr>
        </p15:guide>
        <p15:guide id="2" pos="57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Title 15">
            <a:extLst>
              <a:ext uri="{FF2B5EF4-FFF2-40B4-BE49-F238E27FC236}">
                <a16:creationId xmlns:a16="http://schemas.microsoft.com/office/drawing/2014/main" id="{AF5920D9-77A1-FF56-37C0-86D97113F441}"/>
              </a:ext>
            </a:extLst>
          </p:cNvPr>
          <p:cNvSpPr>
            <a:spLocks noGrp="1"/>
          </p:cNvSpPr>
          <p:nvPr>
            <p:ph type="title" hasCustomPrompt="1"/>
          </p:nvPr>
        </p:nvSpPr>
        <p:spPr>
          <a:xfrm>
            <a:off x="539750" y="1620000"/>
            <a:ext cx="17208500" cy="1085511"/>
          </a:xfrm>
          <a:prstGeom prst="rect">
            <a:avLst/>
          </a:prstGeom>
        </p:spPr>
        <p:txBody>
          <a:bodyPr lIns="0" tIns="0" rIns="0" bIns="0" anchor="t" anchorCtr="0"/>
          <a:lstStyle>
            <a:lvl1pPr>
              <a:lnSpc>
                <a:spcPct val="100000"/>
              </a:lnSpc>
              <a:defRPr sz="4000">
                <a:solidFill>
                  <a:schemeClr val="tx1">
                    <a:lumMod val="75000"/>
                    <a:lumOff val="25000"/>
                  </a:schemeClr>
                </a:solidFill>
                <a:latin typeface="Source Serif Pro" panose="02040603050405020204" pitchFamily="18" charset="0"/>
                <a:ea typeface="Source Serif Pro" panose="02040603050405020204" pitchFamily="18" charset="0"/>
              </a:defRPr>
            </a:lvl1pPr>
          </a:lstStyle>
          <a:p>
            <a:r>
              <a:rPr lang="it-IT" noProof="0"/>
              <a:t>Titolo della Sezione</a:t>
            </a:r>
          </a:p>
        </p:txBody>
      </p:sp>
      <p:sp>
        <p:nvSpPr>
          <p:cNvPr id="7" name="Slide Number Placeholder 13">
            <a:extLst>
              <a:ext uri="{FF2B5EF4-FFF2-40B4-BE49-F238E27FC236}">
                <a16:creationId xmlns:a16="http://schemas.microsoft.com/office/drawing/2014/main" id="{57B3C0E8-B923-4057-D48B-26E04306D850}"/>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8" name="Date Placeholder 3">
            <a:extLst>
              <a:ext uri="{FF2B5EF4-FFF2-40B4-BE49-F238E27FC236}">
                <a16:creationId xmlns:a16="http://schemas.microsoft.com/office/drawing/2014/main" id="{2A8B95A5-FEE5-288E-CD45-93B913AD7A7A}"/>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Tree>
    <p:extLst>
      <p:ext uri="{BB962C8B-B14F-4D97-AF65-F5344CB8AC3E}">
        <p14:creationId xmlns:p14="http://schemas.microsoft.com/office/powerpoint/2010/main" val="2156792021"/>
      </p:ext>
    </p:extLst>
  </p:cSld>
  <p:clrMapOvr>
    <a:masterClrMapping/>
  </p:clrMapOvr>
  <p:extLst>
    <p:ext uri="{DCECCB84-F9BA-43D5-87BE-67443E8EF086}">
      <p15:sldGuideLst xmlns:p15="http://schemas.microsoft.com/office/powerpoint/2012/main">
        <p15:guide id="2" pos="340" userDrawn="1">
          <p15:clr>
            <a:srgbClr val="A4A3A4"/>
          </p15:clr>
        </p15:guide>
        <p15:guide id="3" pos="11180" userDrawn="1">
          <p15:clr>
            <a:srgbClr val="A4A3A4"/>
          </p15:clr>
        </p15:guide>
        <p15:guide id="4" orient="horz" pos="1017"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GE_2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rgbClr val="3D3F3F"/>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8280000" cy="4320000"/>
          </a:xfrm>
          <a:prstGeom prst="rect">
            <a:avLst/>
          </a:prstGeom>
        </p:spPr>
        <p:txBody>
          <a:bodyPr lIns="0" tIns="0" rIns="0" bIns="0"/>
          <a:lstStyle>
            <a:lvl1pPr marL="0" indent="0">
              <a:lnSpc>
                <a:spcPct val="100000"/>
              </a:lnSpc>
              <a:spcBef>
                <a:spcPts val="1200"/>
              </a:spcBef>
              <a:buNone/>
              <a:defRPr sz="2400">
                <a:solidFill>
                  <a:schemeClr val="tx1">
                    <a:lumMod val="75000"/>
                    <a:lumOff val="25000"/>
                  </a:schemeClr>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it-IT" noProof="0"/>
              <a:t>Inserire testo</a:t>
            </a:r>
          </a:p>
        </p:txBody>
      </p:sp>
      <p:sp>
        <p:nvSpPr>
          <p:cNvPr id="4" name="Rectangle 3">
            <a:extLst>
              <a:ext uri="{FF2B5EF4-FFF2-40B4-BE49-F238E27FC236}">
                <a16:creationId xmlns:a16="http://schemas.microsoft.com/office/drawing/2014/main" id="{8BF19B63-11C7-09D8-9926-99F9B99FB203}"/>
              </a:ext>
            </a:extLst>
          </p:cNvPr>
          <p:cNvSpPr/>
          <p:nvPr userDrawn="1"/>
        </p:nvSpPr>
        <p:spPr>
          <a:xfrm>
            <a:off x="9144001" y="1800000"/>
            <a:ext cx="8604250" cy="4320000"/>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05182819"/>
      </p:ext>
    </p:extLst>
  </p:cSld>
  <p:clrMapOvr>
    <a:masterClrMapping/>
  </p:clrMapOvr>
  <p:extLst>
    <p:ext uri="{DCECCB84-F9BA-43D5-87BE-67443E8EF086}">
      <p15:sldGuideLst xmlns:p15="http://schemas.microsoft.com/office/powerpoint/2012/main">
        <p15:guide id="1" orient="horz" pos="1131" userDrawn="1">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GE_3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rgbClr val="3D3F3F"/>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17208500" cy="4388194"/>
          </a:xfrm>
          <a:prstGeom prst="rect">
            <a:avLst/>
          </a:prstGeom>
        </p:spPr>
        <p:txBody>
          <a:bodyPr lIns="0" tIns="0" rIns="0" bIns="0" numCol="3"/>
          <a:lstStyle>
            <a:lvl1pPr marL="0" indent="0">
              <a:lnSpc>
                <a:spcPct val="100000"/>
              </a:lnSpc>
              <a:spcBef>
                <a:spcPts val="1200"/>
              </a:spcBef>
              <a:buNone/>
              <a:defRPr sz="2400">
                <a:solidFill>
                  <a:schemeClr val="tx1">
                    <a:lumMod val="75000"/>
                    <a:lumOff val="25000"/>
                  </a:schemeClr>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err="1"/>
              <a:t>Inserire</a:t>
            </a:r>
            <a:r>
              <a:rPr lang="en-US"/>
              <a:t> testo</a:t>
            </a:r>
          </a:p>
        </p:txBody>
      </p:sp>
    </p:spTree>
    <p:extLst>
      <p:ext uri="{BB962C8B-B14F-4D97-AF65-F5344CB8AC3E}">
        <p14:creationId xmlns:p14="http://schemas.microsoft.com/office/powerpoint/2010/main" val="3976568551"/>
      </p:ext>
    </p:extLst>
  </p:cSld>
  <p:clrMapOvr>
    <a:masterClrMapping/>
  </p:clrMapOvr>
  <p:extLst>
    <p:ext uri="{DCECCB84-F9BA-43D5-87BE-67443E8EF086}">
      <p15:sldGuideLst xmlns:p15="http://schemas.microsoft.com/office/powerpoint/2012/main">
        <p15:guide id="1" orient="horz" pos="1131" userDrawn="1">
          <p15:clr>
            <a:srgbClr val="9FCC3B"/>
          </p15:clr>
        </p15:guide>
        <p15:guide id="2" pos="57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Title 15">
            <a:extLst>
              <a:ext uri="{FF2B5EF4-FFF2-40B4-BE49-F238E27FC236}">
                <a16:creationId xmlns:a16="http://schemas.microsoft.com/office/drawing/2014/main" id="{AF5920D9-77A1-FF56-37C0-86D97113F441}"/>
              </a:ext>
            </a:extLst>
          </p:cNvPr>
          <p:cNvSpPr>
            <a:spLocks noGrp="1"/>
          </p:cNvSpPr>
          <p:nvPr>
            <p:ph type="title" hasCustomPrompt="1"/>
          </p:nvPr>
        </p:nvSpPr>
        <p:spPr>
          <a:xfrm>
            <a:off x="539750" y="1800000"/>
            <a:ext cx="17208500" cy="1080000"/>
          </a:xfrm>
          <a:prstGeom prst="rect">
            <a:avLst/>
          </a:prstGeom>
        </p:spPr>
        <p:txBody>
          <a:bodyPr lIns="0" tIns="0" rIns="0" bIns="0" anchor="t" anchorCtr="0"/>
          <a:lstStyle>
            <a:lvl1pPr>
              <a:lnSpc>
                <a:spcPct val="100000"/>
              </a:lnSpc>
              <a:defRPr sz="4000">
                <a:solidFill>
                  <a:schemeClr val="bg1"/>
                </a:solidFill>
                <a:latin typeface="Source Serif Pro" panose="02040603050405020204" pitchFamily="18" charset="0"/>
                <a:ea typeface="Source Serif Pro" panose="02040603050405020204" pitchFamily="18" charset="0"/>
              </a:defRPr>
            </a:lvl1pPr>
          </a:lstStyle>
          <a:p>
            <a:r>
              <a:rPr lang="it-IT" noProof="0"/>
              <a:t>Titolo della Sezione</a:t>
            </a:r>
          </a:p>
        </p:txBody>
      </p:sp>
      <p:sp>
        <p:nvSpPr>
          <p:cNvPr id="7" name="Slide Number Placeholder 13">
            <a:extLst>
              <a:ext uri="{FF2B5EF4-FFF2-40B4-BE49-F238E27FC236}">
                <a16:creationId xmlns:a16="http://schemas.microsoft.com/office/drawing/2014/main" id="{57B3C0E8-B923-4057-D48B-26E04306D850}"/>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8" name="Date Placeholder 3">
            <a:extLst>
              <a:ext uri="{FF2B5EF4-FFF2-40B4-BE49-F238E27FC236}">
                <a16:creationId xmlns:a16="http://schemas.microsoft.com/office/drawing/2014/main" id="{2A8B95A5-FEE5-288E-CD45-93B913AD7A7A}"/>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Tree>
    <p:extLst>
      <p:ext uri="{BB962C8B-B14F-4D97-AF65-F5344CB8AC3E}">
        <p14:creationId xmlns:p14="http://schemas.microsoft.com/office/powerpoint/2010/main" val="3973889305"/>
      </p:ext>
    </p:extLst>
  </p:cSld>
  <p:clrMapOvr>
    <a:masterClrMapping/>
  </p:clrMapOvr>
  <p:extLst>
    <p:ext uri="{DCECCB84-F9BA-43D5-87BE-67443E8EF086}">
      <p15:sldGuideLst xmlns:p15="http://schemas.microsoft.com/office/powerpoint/2012/main">
        <p15:guide id="2" pos="340" userDrawn="1">
          <p15:clr>
            <a:srgbClr val="A4A3A4"/>
          </p15:clr>
        </p15:guide>
        <p15:guide id="3" pos="11180" userDrawn="1">
          <p15:clr>
            <a:srgbClr val="A4A3A4"/>
          </p15:clr>
        </p15:guide>
        <p15:guide id="4" orient="horz" pos="1131" userDrawn="1">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AGE_2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chemeClr val="bg1"/>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8604250" cy="4320000"/>
          </a:xfrm>
          <a:prstGeom prst="rect">
            <a:avLst/>
          </a:prstGeom>
        </p:spPr>
        <p:txBody>
          <a:bodyPr lIns="0" tIns="0" rIns="0" bIns="0"/>
          <a:lstStyle>
            <a:lvl1pPr marL="0" indent="0">
              <a:lnSpc>
                <a:spcPct val="100000"/>
              </a:lnSpc>
              <a:spcBef>
                <a:spcPts val="1200"/>
              </a:spcBef>
              <a:buNone/>
              <a:defRPr sz="2400">
                <a:solidFill>
                  <a:schemeClr val="bg1"/>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it-IT" noProof="0"/>
              <a:t>Inserire testo</a:t>
            </a:r>
          </a:p>
        </p:txBody>
      </p:sp>
      <p:sp>
        <p:nvSpPr>
          <p:cNvPr id="4" name="Rectangle 3">
            <a:extLst>
              <a:ext uri="{FF2B5EF4-FFF2-40B4-BE49-F238E27FC236}">
                <a16:creationId xmlns:a16="http://schemas.microsoft.com/office/drawing/2014/main" id="{8BF19B63-11C7-09D8-9926-99F9B99FB203}"/>
              </a:ext>
            </a:extLst>
          </p:cNvPr>
          <p:cNvSpPr/>
          <p:nvPr userDrawn="1"/>
        </p:nvSpPr>
        <p:spPr>
          <a:xfrm>
            <a:off x="9144001" y="1800000"/>
            <a:ext cx="8604250" cy="4320000"/>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17030714"/>
      </p:ext>
    </p:extLst>
  </p:cSld>
  <p:clrMapOvr>
    <a:masterClrMapping/>
  </p:clrMapOvr>
  <p:extLst>
    <p:ext uri="{DCECCB84-F9BA-43D5-87BE-67443E8EF086}">
      <p15:sldGuideLst xmlns:p15="http://schemas.microsoft.com/office/powerpoint/2012/main">
        <p15:guide id="1" orient="horz" pos="1131" userDrawn="1">
          <p15:clr>
            <a:srgbClr val="9FCC3B"/>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PAGE_2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chemeClr val="bg1"/>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17208500" cy="4388194"/>
          </a:xfrm>
          <a:prstGeom prst="rect">
            <a:avLst/>
          </a:prstGeom>
        </p:spPr>
        <p:txBody>
          <a:bodyPr lIns="0" tIns="0" rIns="0" bIns="0" numCol="3"/>
          <a:lstStyle>
            <a:lvl1pPr marL="0" indent="0">
              <a:lnSpc>
                <a:spcPct val="100000"/>
              </a:lnSpc>
              <a:spcBef>
                <a:spcPts val="1200"/>
              </a:spcBef>
              <a:buNone/>
              <a:defRPr sz="2400">
                <a:solidFill>
                  <a:schemeClr val="bg1"/>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err="1"/>
              <a:t>Inserire</a:t>
            </a:r>
            <a:r>
              <a:rPr lang="en-US"/>
              <a:t> testo</a:t>
            </a:r>
          </a:p>
        </p:txBody>
      </p:sp>
    </p:spTree>
    <p:extLst>
      <p:ext uri="{BB962C8B-B14F-4D97-AF65-F5344CB8AC3E}">
        <p14:creationId xmlns:p14="http://schemas.microsoft.com/office/powerpoint/2010/main" val="291884493"/>
      </p:ext>
    </p:extLst>
  </p:cSld>
  <p:clrMapOvr>
    <a:masterClrMapping/>
  </p:clrMapOvr>
  <p:extLst>
    <p:ext uri="{DCECCB84-F9BA-43D5-87BE-67443E8EF086}">
      <p15:sldGuideLst xmlns:p15="http://schemas.microsoft.com/office/powerpoint/2012/main">
        <p15:guide id="1" orient="horz" pos="1131" userDrawn="1">
          <p15:clr>
            <a:srgbClr val="9FCC3B"/>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Title 15">
            <a:extLst>
              <a:ext uri="{FF2B5EF4-FFF2-40B4-BE49-F238E27FC236}">
                <a16:creationId xmlns:a16="http://schemas.microsoft.com/office/drawing/2014/main" id="{AF5920D9-77A1-FF56-37C0-86D97113F441}"/>
              </a:ext>
            </a:extLst>
          </p:cNvPr>
          <p:cNvSpPr>
            <a:spLocks noGrp="1"/>
          </p:cNvSpPr>
          <p:nvPr>
            <p:ph type="title" hasCustomPrompt="1"/>
          </p:nvPr>
        </p:nvSpPr>
        <p:spPr>
          <a:xfrm>
            <a:off x="539750" y="1800000"/>
            <a:ext cx="17208500" cy="1080000"/>
          </a:xfrm>
          <a:prstGeom prst="rect">
            <a:avLst/>
          </a:prstGeom>
        </p:spPr>
        <p:txBody>
          <a:bodyPr lIns="0" tIns="0" rIns="0" bIns="0" anchor="t" anchorCtr="0"/>
          <a:lstStyle>
            <a:lvl1pPr>
              <a:lnSpc>
                <a:spcPct val="100000"/>
              </a:lnSpc>
              <a:defRPr sz="4000">
                <a:solidFill>
                  <a:schemeClr val="bg1"/>
                </a:solidFill>
                <a:latin typeface="Source Serif Pro" panose="02040603050405020204" pitchFamily="18" charset="0"/>
                <a:ea typeface="Source Serif Pro" panose="02040603050405020204" pitchFamily="18" charset="0"/>
              </a:defRPr>
            </a:lvl1pPr>
          </a:lstStyle>
          <a:p>
            <a:r>
              <a:rPr lang="it-IT" noProof="0"/>
              <a:t>Titolo della Sezione</a:t>
            </a:r>
          </a:p>
        </p:txBody>
      </p:sp>
      <p:sp>
        <p:nvSpPr>
          <p:cNvPr id="7" name="Slide Number Placeholder 13">
            <a:extLst>
              <a:ext uri="{FF2B5EF4-FFF2-40B4-BE49-F238E27FC236}">
                <a16:creationId xmlns:a16="http://schemas.microsoft.com/office/drawing/2014/main" id="{57B3C0E8-B923-4057-D48B-26E04306D850}"/>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8" name="Date Placeholder 3">
            <a:extLst>
              <a:ext uri="{FF2B5EF4-FFF2-40B4-BE49-F238E27FC236}">
                <a16:creationId xmlns:a16="http://schemas.microsoft.com/office/drawing/2014/main" id="{2A8B95A5-FEE5-288E-CD45-93B913AD7A7A}"/>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Tree>
    <p:extLst>
      <p:ext uri="{BB962C8B-B14F-4D97-AF65-F5344CB8AC3E}">
        <p14:creationId xmlns:p14="http://schemas.microsoft.com/office/powerpoint/2010/main" val="2087033409"/>
      </p:ext>
    </p:extLst>
  </p:cSld>
  <p:clrMapOvr>
    <a:masterClrMapping/>
  </p:clrMapOvr>
  <p:extLst>
    <p:ext uri="{DCECCB84-F9BA-43D5-87BE-67443E8EF086}">
      <p15:sldGuideLst xmlns:p15="http://schemas.microsoft.com/office/powerpoint/2012/main">
        <p15:guide id="2" pos="340" userDrawn="1">
          <p15:clr>
            <a:srgbClr val="A4A3A4"/>
          </p15:clr>
        </p15:guide>
        <p15:guide id="3" pos="11180" userDrawn="1">
          <p15:clr>
            <a:srgbClr val="A4A3A4"/>
          </p15:clr>
        </p15:guide>
        <p15:guide id="4" orient="horz" pos="1131" userDrawn="1">
          <p15:clr>
            <a:srgbClr val="9FCC3B"/>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AGE_2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chemeClr val="bg1"/>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8604250" cy="4320000"/>
          </a:xfrm>
          <a:prstGeom prst="rect">
            <a:avLst/>
          </a:prstGeom>
        </p:spPr>
        <p:txBody>
          <a:bodyPr lIns="0" tIns="0" rIns="0" bIns="0"/>
          <a:lstStyle>
            <a:lvl1pPr marL="0" indent="0">
              <a:lnSpc>
                <a:spcPct val="100000"/>
              </a:lnSpc>
              <a:spcBef>
                <a:spcPts val="1200"/>
              </a:spcBef>
              <a:buNone/>
              <a:defRPr sz="2400">
                <a:solidFill>
                  <a:schemeClr val="bg1"/>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it-IT" noProof="0"/>
              <a:t>Inserire testo</a:t>
            </a:r>
          </a:p>
        </p:txBody>
      </p:sp>
      <p:sp>
        <p:nvSpPr>
          <p:cNvPr id="4" name="Rectangle 3">
            <a:extLst>
              <a:ext uri="{FF2B5EF4-FFF2-40B4-BE49-F238E27FC236}">
                <a16:creationId xmlns:a16="http://schemas.microsoft.com/office/drawing/2014/main" id="{8BF19B63-11C7-09D8-9926-99F9B99FB203}"/>
              </a:ext>
            </a:extLst>
          </p:cNvPr>
          <p:cNvSpPr/>
          <p:nvPr userDrawn="1"/>
        </p:nvSpPr>
        <p:spPr>
          <a:xfrm>
            <a:off x="9144001" y="1800000"/>
            <a:ext cx="8604250" cy="4320000"/>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62355594"/>
      </p:ext>
    </p:extLst>
  </p:cSld>
  <p:clrMapOvr>
    <a:masterClrMapping/>
  </p:clrMapOvr>
  <p:extLst>
    <p:ext uri="{DCECCB84-F9BA-43D5-87BE-67443E8EF086}">
      <p15:sldGuideLst xmlns:p15="http://schemas.microsoft.com/office/powerpoint/2012/main">
        <p15:guide id="1" orient="horz" pos="1131" userDrawn="1">
          <p15:clr>
            <a:srgbClr val="9FCC3B"/>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PAGE_2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1755B0B-647F-3179-34DC-A2CC459A54F8}"/>
              </a:ext>
            </a:extLst>
          </p:cNvPr>
          <p:cNvSpPr>
            <a:spLocks noGrp="1"/>
          </p:cNvSpPr>
          <p:nvPr>
            <p:ph type="body" sz="quarter" idx="10" hasCustomPrompt="1"/>
          </p:nvPr>
        </p:nvSpPr>
        <p:spPr>
          <a:xfrm>
            <a:off x="539750" y="360000"/>
            <a:ext cx="8604250" cy="540000"/>
          </a:xfrm>
          <a:prstGeom prst="rect">
            <a:avLst/>
          </a:prstGeom>
        </p:spPr>
        <p:txBody>
          <a:bodyPr lIns="0" tIns="0" rIns="0" bIns="0"/>
          <a:lstStyle>
            <a:lvl1pPr>
              <a:lnSpc>
                <a:spcPct val="100000"/>
              </a:lnSpc>
              <a:spcBef>
                <a:spcPts val="1200"/>
              </a:spcBef>
              <a:buNone/>
              <a:defRPr sz="3200">
                <a:solidFill>
                  <a:schemeClr val="bg1"/>
                </a:solidFill>
                <a:latin typeface="Source Serif Pro Light" panose="02040303050405020204" pitchFamily="18"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a:t>Titolo slide</a:t>
            </a:r>
          </a:p>
        </p:txBody>
      </p:sp>
      <p:sp>
        <p:nvSpPr>
          <p:cNvPr id="2" name="Slide Number Placeholder 13">
            <a:extLst>
              <a:ext uri="{FF2B5EF4-FFF2-40B4-BE49-F238E27FC236}">
                <a16:creationId xmlns:a16="http://schemas.microsoft.com/office/drawing/2014/main" id="{AD63DED5-7DC8-48D5-8ADA-C3456D59272A}"/>
              </a:ext>
            </a:extLst>
          </p:cNvPr>
          <p:cNvSpPr>
            <a:spLocks noGrp="1"/>
          </p:cNvSpPr>
          <p:nvPr>
            <p:ph type="sldNum" sz="quarter" idx="4"/>
          </p:nvPr>
        </p:nvSpPr>
        <p:spPr>
          <a:xfrm>
            <a:off x="17460000" y="9720000"/>
            <a:ext cx="360000" cy="288000"/>
          </a:xfrm>
          <a:prstGeom prst="rect">
            <a:avLst/>
          </a:prstGeom>
          <a:ln>
            <a:noFill/>
          </a:ln>
        </p:spPr>
        <p:txBody>
          <a:bodyPr lIns="0" tIns="0" rIns="0" bIns="0" anchor="t" anchorCtr="0"/>
          <a:lstStyle>
            <a:lvl1pPr>
              <a:defRPr sz="1600">
                <a:solidFill>
                  <a:schemeClr val="tx1">
                    <a:lumMod val="75000"/>
                    <a:lumOff val="25000"/>
                  </a:schemeClr>
                </a:solidFill>
                <a:latin typeface="Ronzino" pitchFamily="50" charset="0"/>
              </a:defRPr>
            </a:lvl1pPr>
          </a:lstStyle>
          <a:p>
            <a:fld id="{009F8E5D-4DC2-459F-9159-6750A8A37B09}" type="slidenum">
              <a:rPr lang="en-GB" smtClean="0"/>
              <a:pPr/>
              <a:t>‹#›</a:t>
            </a:fld>
            <a:endParaRPr lang="en-GB"/>
          </a:p>
        </p:txBody>
      </p:sp>
      <p:sp>
        <p:nvSpPr>
          <p:cNvPr id="3" name="Date Placeholder 3">
            <a:extLst>
              <a:ext uri="{FF2B5EF4-FFF2-40B4-BE49-F238E27FC236}">
                <a16:creationId xmlns:a16="http://schemas.microsoft.com/office/drawing/2014/main" id="{9BA91EAB-3177-DA7E-1FA8-756A82FD593B}"/>
              </a:ext>
            </a:extLst>
          </p:cNvPr>
          <p:cNvSpPr>
            <a:spLocks noGrp="1"/>
          </p:cNvSpPr>
          <p:nvPr>
            <p:ph type="dt" sz="half" idx="2"/>
          </p:nvPr>
        </p:nvSpPr>
        <p:spPr>
          <a:xfrm>
            <a:off x="15948000" y="9720000"/>
            <a:ext cx="1188000" cy="288000"/>
          </a:xfrm>
          <a:prstGeom prst="rect">
            <a:avLst/>
          </a:prstGeom>
          <a:ln>
            <a:noFill/>
          </a:ln>
        </p:spPr>
        <p:txBody>
          <a:bodyPr wrap="none" lIns="0" tIns="0" rIns="0" bIns="0" anchor="t" anchorCtr="0"/>
          <a:lstStyle>
            <a:lvl1pPr>
              <a:defRPr sz="1600">
                <a:solidFill>
                  <a:schemeClr val="tx1">
                    <a:lumMod val="75000"/>
                    <a:lumOff val="25000"/>
                  </a:schemeClr>
                </a:solidFill>
                <a:latin typeface="Ronzino" pitchFamily="50" charset="0"/>
              </a:defRPr>
            </a:lvl1pPr>
          </a:lstStyle>
          <a:p>
            <a:fld id="{CB2DD865-93E4-471D-96DE-14426D5C4408}" type="datetime1">
              <a:rPr lang="it-IT" smtClean="0"/>
              <a:pPr/>
              <a:t>24/02/2026</a:t>
            </a:fld>
            <a:endParaRPr lang="en-GB"/>
          </a:p>
        </p:txBody>
      </p:sp>
      <p:sp>
        <p:nvSpPr>
          <p:cNvPr id="5" name="Text Placeholder 15">
            <a:extLst>
              <a:ext uri="{FF2B5EF4-FFF2-40B4-BE49-F238E27FC236}">
                <a16:creationId xmlns:a16="http://schemas.microsoft.com/office/drawing/2014/main" id="{3072DB33-EBC6-578F-84C8-8B8A72B897A0}"/>
              </a:ext>
            </a:extLst>
          </p:cNvPr>
          <p:cNvSpPr>
            <a:spLocks noGrp="1"/>
          </p:cNvSpPr>
          <p:nvPr>
            <p:ph type="body" sz="quarter" idx="11" hasCustomPrompt="1"/>
          </p:nvPr>
        </p:nvSpPr>
        <p:spPr>
          <a:xfrm>
            <a:off x="539750" y="1800000"/>
            <a:ext cx="17208500" cy="4388194"/>
          </a:xfrm>
          <a:prstGeom prst="rect">
            <a:avLst/>
          </a:prstGeom>
        </p:spPr>
        <p:txBody>
          <a:bodyPr lIns="0" tIns="0" rIns="0" bIns="0" numCol="3"/>
          <a:lstStyle>
            <a:lvl1pPr marL="0" indent="0">
              <a:lnSpc>
                <a:spcPct val="100000"/>
              </a:lnSpc>
              <a:spcBef>
                <a:spcPts val="1200"/>
              </a:spcBef>
              <a:buNone/>
              <a:defRPr sz="2400">
                <a:solidFill>
                  <a:schemeClr val="bg1"/>
                </a:solidFill>
                <a:latin typeface="Ronzino" pitchFamily="50" charset="0"/>
                <a:ea typeface="Source Serif Pro Light" panose="02040303050405020204" pitchFamily="18" charset="0"/>
              </a:defRPr>
            </a:lvl1pPr>
            <a:lvl2pPr>
              <a:buNone/>
              <a:defRPr>
                <a:solidFill>
                  <a:srgbClr val="3D3F3F"/>
                </a:solidFill>
                <a:latin typeface="Source Serif Pro Light" panose="02040303050405020204" pitchFamily="18" charset="0"/>
                <a:ea typeface="Source Serif Pro Light" panose="02040303050405020204" pitchFamily="18" charset="0"/>
              </a:defRPr>
            </a:lvl2pPr>
            <a:lvl3pPr>
              <a:buNone/>
              <a:defRPr>
                <a:solidFill>
                  <a:srgbClr val="3D3F3F"/>
                </a:solidFill>
                <a:latin typeface="Source Serif Pro Light" panose="02040303050405020204" pitchFamily="18" charset="0"/>
                <a:ea typeface="Source Serif Pro Light" panose="02040303050405020204" pitchFamily="18" charset="0"/>
              </a:defRPr>
            </a:lvl3pPr>
            <a:lvl4pPr>
              <a:buNone/>
              <a:defRPr>
                <a:solidFill>
                  <a:srgbClr val="3D3F3F"/>
                </a:solidFill>
                <a:latin typeface="Source Serif Pro Light" panose="02040303050405020204" pitchFamily="18" charset="0"/>
                <a:ea typeface="Source Serif Pro Light" panose="02040303050405020204" pitchFamily="18" charset="0"/>
              </a:defRPr>
            </a:lvl4pPr>
            <a:lvl5pPr>
              <a:buNone/>
              <a:defRPr>
                <a:solidFill>
                  <a:srgbClr val="3D3F3F"/>
                </a:solidFill>
                <a:latin typeface="Source Serif Pro Light" panose="02040303050405020204" pitchFamily="18" charset="0"/>
                <a:ea typeface="Source Serif Pro Light" panose="02040303050405020204" pitchFamily="18" charset="0"/>
              </a:defRPr>
            </a:lvl5pPr>
          </a:lstStyle>
          <a:p>
            <a:pPr lvl="0"/>
            <a:r>
              <a:rPr lang="en-US" err="1"/>
              <a:t>Inserire</a:t>
            </a:r>
            <a:r>
              <a:rPr lang="en-US"/>
              <a:t> testo</a:t>
            </a:r>
          </a:p>
        </p:txBody>
      </p:sp>
    </p:spTree>
    <p:extLst>
      <p:ext uri="{BB962C8B-B14F-4D97-AF65-F5344CB8AC3E}">
        <p14:creationId xmlns:p14="http://schemas.microsoft.com/office/powerpoint/2010/main" val="1904717976"/>
      </p:ext>
    </p:extLst>
  </p:cSld>
  <p:clrMapOvr>
    <a:masterClrMapping/>
  </p:clrMapOvr>
  <p:extLst>
    <p:ext uri="{DCECCB84-F9BA-43D5-87BE-67443E8EF086}">
      <p15:sldGuideLst xmlns:p15="http://schemas.microsoft.com/office/powerpoint/2012/main">
        <p15:guide id="1" orient="horz" pos="1131" userDrawn="1">
          <p15:clr>
            <a:srgbClr val="9FCC3B"/>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4.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g object 16">
            <a:extLst>
              <a:ext uri="{FF2B5EF4-FFF2-40B4-BE49-F238E27FC236}">
                <a16:creationId xmlns:a16="http://schemas.microsoft.com/office/drawing/2014/main" id="{9C7C67AF-22F5-B3F7-AD95-3B6890912C47}"/>
              </a:ext>
            </a:extLst>
          </p:cNvPr>
          <p:cNvPicPr/>
          <p:nvPr userDrawn="1"/>
        </p:nvPicPr>
        <p:blipFill>
          <a:blip r:embed="rId4" cstate="print"/>
          <a:stretch>
            <a:fillRect/>
          </a:stretch>
        </p:blipFill>
        <p:spPr>
          <a:xfrm>
            <a:off x="-385575" y="-190500"/>
            <a:ext cx="19059150" cy="10668000"/>
          </a:xfrm>
          <a:prstGeom prst="rect">
            <a:avLst/>
          </a:prstGeom>
        </p:spPr>
      </p:pic>
      <p:pic>
        <p:nvPicPr>
          <p:cNvPr id="3" name="Immagine 2" descr="Immagine che contiene testo, Elementi grafici, Carattere, grafica&#10;&#10;Il contenuto generato dall'IA potrebbe non essere corretto.">
            <a:extLst>
              <a:ext uri="{FF2B5EF4-FFF2-40B4-BE49-F238E27FC236}">
                <a16:creationId xmlns:a16="http://schemas.microsoft.com/office/drawing/2014/main" id="{E9B4F71D-BDF7-22FC-E1C7-97747DC94C14}"/>
              </a:ext>
            </a:extLst>
          </p:cNvPr>
          <p:cNvPicPr>
            <a:picLocks noChangeAspect="1"/>
          </p:cNvPicPr>
          <p:nvPr userDrawn="1"/>
        </p:nvPicPr>
        <p:blipFill>
          <a:blip r:embed="rId5">
            <a:extLst>
              <a:ext uri="{28A0092B-C50C-407E-A947-70E740481C1C}">
                <a14:useLocalDpi xmlns:a14="http://schemas.microsoft.com/office/drawing/2010/main" val="0"/>
              </a:ext>
            </a:extLst>
          </a:blip>
          <a:srcRect l="7005" t="38602" r="10286" b="37588"/>
          <a:stretch>
            <a:fillRect/>
          </a:stretch>
        </p:blipFill>
        <p:spPr>
          <a:xfrm>
            <a:off x="426719" y="399024"/>
            <a:ext cx="2021841" cy="582051"/>
          </a:xfrm>
          <a:prstGeom prst="rect">
            <a:avLst/>
          </a:prstGeom>
        </p:spPr>
      </p:pic>
      <p:pic>
        <p:nvPicPr>
          <p:cNvPr id="14" name="Graphic 15">
            <a:extLst>
              <a:ext uri="{FF2B5EF4-FFF2-40B4-BE49-F238E27FC236}">
                <a16:creationId xmlns:a16="http://schemas.microsoft.com/office/drawing/2014/main" id="{A44BD5B8-28B8-5E71-D7B0-A99086D43AA3}"/>
              </a:ext>
            </a:extLst>
          </p:cNvPr>
          <p:cNvPicPr>
            <a:picLocks noChangeAspect="1"/>
          </p:cNvPicPr>
          <p:nvPr userDrawn="1"/>
        </p:nvPicPr>
        <p:blipFill>
          <a:blip r:embed="rId6">
            <a:extLst>
              <a:ext uri="{96DAC541-7B7A-43D3-8B79-37D633B846F1}">
                <asvg:svgBlip xmlns:asvg="http://schemas.microsoft.com/office/drawing/2016/SVG/main" r:embed="rId7"/>
              </a:ext>
            </a:extLst>
          </a:blip>
          <a:srcRect l="31647" t="9763" r="31020" b="11506"/>
          <a:stretch>
            <a:fillRect/>
          </a:stretch>
        </p:blipFill>
        <p:spPr>
          <a:xfrm>
            <a:off x="2619845" y="399024"/>
            <a:ext cx="368010" cy="582051"/>
          </a:xfrm>
          <a:prstGeom prst="rect">
            <a:avLst/>
          </a:prstGeom>
        </p:spPr>
      </p:pic>
      <p:sp>
        <p:nvSpPr>
          <p:cNvPr id="2" name="Rectangle 8">
            <a:extLst>
              <a:ext uri="{FF2B5EF4-FFF2-40B4-BE49-F238E27FC236}">
                <a16:creationId xmlns:a16="http://schemas.microsoft.com/office/drawing/2014/main" id="{E268DEE1-D6F2-38DA-1FB5-A3385C574CEA}"/>
              </a:ext>
            </a:extLst>
          </p:cNvPr>
          <p:cNvSpPr/>
          <p:nvPr userDrawn="1"/>
        </p:nvSpPr>
        <p:spPr>
          <a:xfrm>
            <a:off x="540000" y="1080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074790"/>
      </p:ext>
    </p:extLst>
  </p:cSld>
  <p:clrMap bg1="lt1" tx1="dk1" bg2="lt2" tx2="dk2" accent1="accent1" accent2="accent2" accent3="accent3" accent4="accent4" accent5="accent5" accent6="accent6" hlink="hlink" folHlink="folHlink"/>
  <p:sldLayoutIdLst>
    <p:sldLayoutId id="2147483710" r:id="rId1"/>
    <p:sldLayoutId id="2147483718"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57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Immagine 4" descr="Immagine che contiene schermata, Elementi grafici, design&#10;&#10;Il contenuto generato dall'IA potrebbe non essere corretto.">
            <a:extLst>
              <a:ext uri="{FF2B5EF4-FFF2-40B4-BE49-F238E27FC236}">
                <a16:creationId xmlns:a16="http://schemas.microsoft.com/office/drawing/2014/main" id="{CD28DF77-9587-A107-E993-3B0B32736102}"/>
              </a:ext>
            </a:extLst>
          </p:cNvPr>
          <p:cNvPicPr>
            <a:picLocks noChangeAspect="1"/>
          </p:cNvPicPr>
          <p:nvPr userDrawn="1"/>
        </p:nvPicPr>
        <p:blipFill>
          <a:blip r:embed="rId6">
            <a:extLst>
              <a:ext uri="{28A0092B-C50C-407E-A947-70E740481C1C}">
                <a14:useLocalDpi xmlns:a14="http://schemas.microsoft.com/office/drawing/2010/main" val="0"/>
              </a:ext>
            </a:extLst>
          </a:blip>
          <a:srcRect l="8908" t="38677" r="9358" b="40027"/>
          <a:stretch>
            <a:fillRect/>
          </a:stretch>
        </p:blipFill>
        <p:spPr>
          <a:xfrm>
            <a:off x="540000" y="9717552"/>
            <a:ext cx="821563" cy="214059"/>
          </a:xfrm>
          <a:prstGeom prst="rect">
            <a:avLst/>
          </a:prstGeom>
        </p:spPr>
      </p:pic>
      <p:sp>
        <p:nvSpPr>
          <p:cNvPr id="9" name="Rectangle 8">
            <a:extLst>
              <a:ext uri="{FF2B5EF4-FFF2-40B4-BE49-F238E27FC236}">
                <a16:creationId xmlns:a16="http://schemas.microsoft.com/office/drawing/2014/main" id="{2621BE0B-EF41-4B32-74C8-460D21E4B4AA}"/>
              </a:ext>
            </a:extLst>
          </p:cNvPr>
          <p:cNvSpPr/>
          <p:nvPr userDrawn="1"/>
        </p:nvSpPr>
        <p:spPr>
          <a:xfrm>
            <a:off x="540000" y="1080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noFill/>
            </a:endParaRPr>
          </a:p>
        </p:txBody>
      </p:sp>
      <p:sp>
        <p:nvSpPr>
          <p:cNvPr id="13" name="TextBox 12">
            <a:extLst>
              <a:ext uri="{FF2B5EF4-FFF2-40B4-BE49-F238E27FC236}">
                <a16:creationId xmlns:a16="http://schemas.microsoft.com/office/drawing/2014/main" id="{815C4071-7451-FF08-17E7-F0E08CECDE27}"/>
              </a:ext>
            </a:extLst>
          </p:cNvPr>
          <p:cNvSpPr txBox="1"/>
          <p:nvPr userDrawn="1"/>
        </p:nvSpPr>
        <p:spPr>
          <a:xfrm>
            <a:off x="17216647" y="9705711"/>
            <a:ext cx="180000" cy="246221"/>
          </a:xfrm>
          <a:prstGeom prst="rect">
            <a:avLst/>
          </a:prstGeom>
          <a:noFill/>
        </p:spPr>
        <p:txBody>
          <a:bodyPr wrap="square" lIns="0" tIns="0" rIns="0" bIns="0" rtlCol="0">
            <a:spAutoFit/>
          </a:bodyPr>
          <a:lstStyle/>
          <a:p>
            <a:pPr algn="ctr"/>
            <a:r>
              <a:rPr lang="en-GB" sz="1600">
                <a:solidFill>
                  <a:schemeClr val="tx1">
                    <a:lumMod val="75000"/>
                    <a:lumOff val="25000"/>
                  </a:schemeClr>
                </a:solidFill>
                <a:latin typeface="Ronzino" pitchFamily="50" charset="0"/>
              </a:rPr>
              <a:t>|</a:t>
            </a:r>
          </a:p>
        </p:txBody>
      </p:sp>
      <p:sp>
        <p:nvSpPr>
          <p:cNvPr id="3" name="TextBox 12">
            <a:extLst>
              <a:ext uri="{FF2B5EF4-FFF2-40B4-BE49-F238E27FC236}">
                <a16:creationId xmlns:a16="http://schemas.microsoft.com/office/drawing/2014/main" id="{2AF22101-6352-2091-4029-9408A8788A28}"/>
              </a:ext>
            </a:extLst>
          </p:cNvPr>
          <p:cNvSpPr txBox="1"/>
          <p:nvPr userDrawn="1"/>
        </p:nvSpPr>
        <p:spPr>
          <a:xfrm>
            <a:off x="1442210" y="9705711"/>
            <a:ext cx="180000" cy="246221"/>
          </a:xfrm>
          <a:prstGeom prst="rect">
            <a:avLst/>
          </a:prstGeom>
          <a:noFill/>
        </p:spPr>
        <p:txBody>
          <a:bodyPr wrap="square" lIns="0" tIns="0" rIns="0" bIns="0" rtlCol="0">
            <a:spAutoFit/>
          </a:bodyPr>
          <a:lstStyle/>
          <a:p>
            <a:pPr algn="ctr"/>
            <a:r>
              <a:rPr lang="en-GB" sz="1600">
                <a:solidFill>
                  <a:schemeClr val="tx1">
                    <a:lumMod val="75000"/>
                    <a:lumOff val="25000"/>
                  </a:schemeClr>
                </a:solidFill>
                <a:latin typeface="Ronzino" pitchFamily="50" charset="0"/>
              </a:rPr>
              <a:t>|</a:t>
            </a:r>
          </a:p>
        </p:txBody>
      </p:sp>
      <p:sp>
        <p:nvSpPr>
          <p:cNvPr id="14" name="CasellaDiTesto 13">
            <a:extLst>
              <a:ext uri="{FF2B5EF4-FFF2-40B4-BE49-F238E27FC236}">
                <a16:creationId xmlns:a16="http://schemas.microsoft.com/office/drawing/2014/main" id="{CCB68415-453D-149B-E0CF-0EF529147539}"/>
              </a:ext>
            </a:extLst>
          </p:cNvPr>
          <p:cNvSpPr txBox="1"/>
          <p:nvPr userDrawn="1"/>
        </p:nvSpPr>
        <p:spPr>
          <a:xfrm>
            <a:off x="1728000" y="9720000"/>
            <a:ext cx="6568440" cy="288000"/>
          </a:xfrm>
          <a:prstGeom prst="rect">
            <a:avLst/>
          </a:prstGeom>
          <a:noFill/>
        </p:spPr>
        <p:txBody>
          <a:bodyPr wrap="square" lIns="0" tIns="0" rIns="0" bIns="0" rtlCol="0">
            <a:spAutoFit/>
          </a:bodyPr>
          <a:lstStyle/>
          <a:p>
            <a:r>
              <a:rPr lang="it-IT" sz="1600">
                <a:solidFill>
                  <a:schemeClr val="tx1">
                    <a:lumMod val="75000"/>
                    <a:lumOff val="25000"/>
                  </a:schemeClr>
                </a:solidFill>
                <a:latin typeface="Ronzino" pitchFamily="50" charset="0"/>
              </a:rPr>
              <a:t>Titolo presentazione </a:t>
            </a:r>
            <a:r>
              <a:rPr lang="it-IT" sz="1600">
                <a:solidFill>
                  <a:schemeClr val="tx1">
                    <a:lumMod val="75000"/>
                    <a:lumOff val="25000"/>
                  </a:schemeClr>
                </a:solidFill>
                <a:highlight>
                  <a:srgbClr val="78FBA4"/>
                </a:highlight>
                <a:latin typeface="Ronzino" pitchFamily="50" charset="0"/>
              </a:rPr>
              <a:t>(modificare tramite schema diapositiva)</a:t>
            </a:r>
          </a:p>
        </p:txBody>
      </p:sp>
      <p:sp>
        <p:nvSpPr>
          <p:cNvPr id="2" name="Rectangle 1">
            <a:extLst>
              <a:ext uri="{FF2B5EF4-FFF2-40B4-BE49-F238E27FC236}">
                <a16:creationId xmlns:a16="http://schemas.microsoft.com/office/drawing/2014/main" id="{06F09540-6230-6ED9-20E5-87727E64BD12}"/>
              </a:ext>
            </a:extLst>
          </p:cNvPr>
          <p:cNvSpPr/>
          <p:nvPr userDrawn="1"/>
        </p:nvSpPr>
        <p:spPr>
          <a:xfrm>
            <a:off x="540000" y="9468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noFill/>
            </a:endParaRPr>
          </a:p>
        </p:txBody>
      </p:sp>
    </p:spTree>
    <p:extLst>
      <p:ext uri="{BB962C8B-B14F-4D97-AF65-F5344CB8AC3E}">
        <p14:creationId xmlns:p14="http://schemas.microsoft.com/office/powerpoint/2010/main" val="321240811"/>
      </p:ext>
    </p:extLst>
  </p:cSld>
  <p:clrMap bg1="lt1" tx1="dk1" bg2="lt2" tx2="dk2" accent1="accent1" accent2="accent2" accent3="accent3" accent4="accent4" accent5="accent5" accent6="accent6" hlink="hlink" folHlink="folHlink"/>
  <p:sldLayoutIdLst>
    <p:sldLayoutId id="2147483717" r:id="rId1"/>
    <p:sldLayoutId id="2147483696" r:id="rId2"/>
    <p:sldLayoutId id="2147483707" r:id="rId3"/>
    <p:sldLayoutId id="2147483712" r:id="rId4"/>
  </p:sldLayoutIdLst>
  <p:hf sldNum="0" hdr="0"/>
  <p:txStyles>
    <p:titleStyle>
      <a:lvl1pPr algn="l" defTabSz="1371600" rtl="0" eaLnBrk="1" latinLnBrk="0" hangingPunct="1">
        <a:lnSpc>
          <a:spcPct val="90000"/>
        </a:lnSpc>
        <a:spcBef>
          <a:spcPct val="0"/>
        </a:spcBef>
        <a:buNone/>
        <a:defRPr sz="4800" kern="1200">
          <a:solidFill>
            <a:schemeClr val="tx1"/>
          </a:solidFill>
          <a:latin typeface="Source Serif Pro" panose="02040603050405020204" pitchFamily="18" charset="0"/>
          <a:ea typeface="Source Serif Pro" panose="02040603050405020204" pitchFamily="18" charset="0"/>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2800" kern="1200">
          <a:solidFill>
            <a:schemeClr val="tx1"/>
          </a:solidFill>
          <a:latin typeface="Ronzino" pitchFamily="50" charset="0"/>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1180" userDrawn="1">
          <p15:clr>
            <a:srgbClr val="A4A3A4"/>
          </p15:clr>
        </p15:guide>
        <p15:guide id="4" orient="horz" pos="677" userDrawn="1">
          <p15:clr>
            <a:srgbClr val="A4A3A4"/>
          </p15:clr>
        </p15:guide>
        <p15:guide id="5" pos="340" userDrawn="1">
          <p15:clr>
            <a:srgbClr val="A4A3A4"/>
          </p15:clr>
        </p15:guide>
        <p15:guide id="6" orient="horz" pos="5962" userDrawn="1">
          <p15:clr>
            <a:srgbClr val="A4A3A4"/>
          </p15:clr>
        </p15:guide>
        <p15:guide id="7" pos="5760" userDrawn="1">
          <p15:clr>
            <a:srgbClr val="A4A3A4"/>
          </p15:clr>
        </p15:guide>
        <p15:guide id="8" orient="horz" pos="3240" userDrawn="1">
          <p15:clr>
            <a:srgbClr val="F26B43"/>
          </p15:clr>
        </p15:guide>
        <p15:guide id="9" orient="horz" pos="881" userDrawn="1">
          <p15:clr>
            <a:srgbClr val="FBAE40"/>
          </p15:clr>
        </p15:guide>
        <p15:guide id="10" orient="horz" pos="5757" userDrawn="1">
          <p15:clr>
            <a:srgbClr val="FBAE40"/>
          </p15:clr>
        </p15:guide>
        <p15:guide id="11" pos="8482" userDrawn="1">
          <p15:clr>
            <a:srgbClr val="F26B43"/>
          </p15:clr>
        </p15:guide>
        <p15:guide id="12" pos="303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404040"/>
        </a:solidFill>
        <a:effectLst/>
      </p:bgPr>
    </p:bg>
    <p:spTree>
      <p:nvGrpSpPr>
        <p:cNvPr id="1" name=""/>
        <p:cNvGrpSpPr/>
        <p:nvPr/>
      </p:nvGrpSpPr>
      <p:grpSpPr>
        <a:xfrm>
          <a:off x="0" y="0"/>
          <a:ext cx="0" cy="0"/>
          <a:chOff x="0" y="0"/>
          <a:chExt cx="0" cy="0"/>
        </a:xfrm>
      </p:grpSpPr>
      <p:pic>
        <p:nvPicPr>
          <p:cNvPr id="5" name="Immagine 4" descr="Immagine che contiene schermata, Elementi grafici, design&#10;&#10;Il contenuto generato dall'IA potrebbe non essere corretto.">
            <a:extLst>
              <a:ext uri="{FF2B5EF4-FFF2-40B4-BE49-F238E27FC236}">
                <a16:creationId xmlns:a16="http://schemas.microsoft.com/office/drawing/2014/main" id="{CD28DF77-9587-A107-E993-3B0B32736102}"/>
              </a:ext>
            </a:extLst>
          </p:cNvPr>
          <p:cNvPicPr>
            <a:picLocks noChangeAspect="1"/>
          </p:cNvPicPr>
          <p:nvPr userDrawn="1"/>
        </p:nvPicPr>
        <p:blipFill>
          <a:blip r:embed="rId5">
            <a:extLst>
              <a:ext uri="{28A0092B-C50C-407E-A947-70E740481C1C}">
                <a14:useLocalDpi xmlns:a14="http://schemas.microsoft.com/office/drawing/2010/main" val="0"/>
              </a:ext>
            </a:extLst>
          </a:blip>
          <a:srcRect l="8908" t="38677" r="9358" b="40027"/>
          <a:stretch>
            <a:fillRect/>
          </a:stretch>
        </p:blipFill>
        <p:spPr>
          <a:xfrm>
            <a:off x="540000" y="9717552"/>
            <a:ext cx="821563" cy="214059"/>
          </a:xfrm>
          <a:prstGeom prst="rect">
            <a:avLst/>
          </a:prstGeom>
        </p:spPr>
      </p:pic>
      <p:sp>
        <p:nvSpPr>
          <p:cNvPr id="9" name="Rectangle 8">
            <a:extLst>
              <a:ext uri="{FF2B5EF4-FFF2-40B4-BE49-F238E27FC236}">
                <a16:creationId xmlns:a16="http://schemas.microsoft.com/office/drawing/2014/main" id="{2621BE0B-EF41-4B32-74C8-460D21E4B4AA}"/>
              </a:ext>
            </a:extLst>
          </p:cNvPr>
          <p:cNvSpPr/>
          <p:nvPr userDrawn="1"/>
        </p:nvSpPr>
        <p:spPr>
          <a:xfrm>
            <a:off x="540000" y="1080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solidFill>
                <a:schemeClr val="bg1"/>
              </a:solidFill>
            </a:endParaRPr>
          </a:p>
        </p:txBody>
      </p:sp>
      <p:sp>
        <p:nvSpPr>
          <p:cNvPr id="13" name="TextBox 12">
            <a:extLst>
              <a:ext uri="{FF2B5EF4-FFF2-40B4-BE49-F238E27FC236}">
                <a16:creationId xmlns:a16="http://schemas.microsoft.com/office/drawing/2014/main" id="{815C4071-7451-FF08-17E7-F0E08CECDE27}"/>
              </a:ext>
            </a:extLst>
          </p:cNvPr>
          <p:cNvSpPr txBox="1"/>
          <p:nvPr userDrawn="1"/>
        </p:nvSpPr>
        <p:spPr>
          <a:xfrm>
            <a:off x="17216647" y="9705711"/>
            <a:ext cx="180000" cy="246221"/>
          </a:xfrm>
          <a:prstGeom prst="rect">
            <a:avLst/>
          </a:prstGeom>
          <a:noFill/>
        </p:spPr>
        <p:txBody>
          <a:bodyPr wrap="square" lIns="0" tIns="0" rIns="0" bIns="0" rtlCol="0">
            <a:spAutoFit/>
          </a:bodyPr>
          <a:lstStyle/>
          <a:p>
            <a:pPr algn="ctr"/>
            <a:r>
              <a:rPr lang="en-GB" sz="1600">
                <a:solidFill>
                  <a:schemeClr val="bg1"/>
                </a:solidFill>
                <a:latin typeface="Ronzino" pitchFamily="50" charset="0"/>
              </a:rPr>
              <a:t>|</a:t>
            </a:r>
          </a:p>
        </p:txBody>
      </p:sp>
      <p:sp>
        <p:nvSpPr>
          <p:cNvPr id="3" name="TextBox 12">
            <a:extLst>
              <a:ext uri="{FF2B5EF4-FFF2-40B4-BE49-F238E27FC236}">
                <a16:creationId xmlns:a16="http://schemas.microsoft.com/office/drawing/2014/main" id="{2AF22101-6352-2091-4029-9408A8788A28}"/>
              </a:ext>
            </a:extLst>
          </p:cNvPr>
          <p:cNvSpPr txBox="1"/>
          <p:nvPr userDrawn="1"/>
        </p:nvSpPr>
        <p:spPr>
          <a:xfrm>
            <a:off x="1442210" y="9705711"/>
            <a:ext cx="180000" cy="246221"/>
          </a:xfrm>
          <a:prstGeom prst="rect">
            <a:avLst/>
          </a:prstGeom>
          <a:noFill/>
        </p:spPr>
        <p:txBody>
          <a:bodyPr wrap="square" lIns="0" tIns="0" rIns="0" bIns="0" rtlCol="0">
            <a:spAutoFit/>
          </a:bodyPr>
          <a:lstStyle/>
          <a:p>
            <a:pPr algn="ctr"/>
            <a:r>
              <a:rPr lang="en-GB" sz="1600">
                <a:solidFill>
                  <a:schemeClr val="bg1"/>
                </a:solidFill>
                <a:latin typeface="Ronzino" pitchFamily="50" charset="0"/>
              </a:rPr>
              <a:t>|</a:t>
            </a:r>
          </a:p>
        </p:txBody>
      </p:sp>
      <p:sp>
        <p:nvSpPr>
          <p:cNvPr id="14" name="CasellaDiTesto 13">
            <a:extLst>
              <a:ext uri="{FF2B5EF4-FFF2-40B4-BE49-F238E27FC236}">
                <a16:creationId xmlns:a16="http://schemas.microsoft.com/office/drawing/2014/main" id="{CCB68415-453D-149B-E0CF-0EF529147539}"/>
              </a:ext>
            </a:extLst>
          </p:cNvPr>
          <p:cNvSpPr txBox="1"/>
          <p:nvPr userDrawn="1"/>
        </p:nvSpPr>
        <p:spPr>
          <a:xfrm>
            <a:off x="1728000" y="9720000"/>
            <a:ext cx="6568440" cy="246221"/>
          </a:xfrm>
          <a:prstGeom prst="rect">
            <a:avLst/>
          </a:prstGeom>
          <a:noFill/>
        </p:spPr>
        <p:txBody>
          <a:bodyPr wrap="square" lIns="0" tIns="0" rIns="0" bIns="0" rtlCol="0">
            <a:spAutoFit/>
          </a:bodyPr>
          <a:lstStyle/>
          <a:p>
            <a:r>
              <a:rPr lang="it-IT" sz="1600">
                <a:solidFill>
                  <a:schemeClr val="bg1"/>
                </a:solidFill>
                <a:latin typeface="Ronzino" pitchFamily="50" charset="0"/>
              </a:rPr>
              <a:t>Titolo presentazione </a:t>
            </a:r>
            <a:r>
              <a:rPr lang="it-IT" sz="1600">
                <a:solidFill>
                  <a:schemeClr val="bg1"/>
                </a:solidFill>
                <a:highlight>
                  <a:srgbClr val="78FBA4"/>
                </a:highlight>
                <a:latin typeface="Ronzino" pitchFamily="50" charset="0"/>
              </a:rPr>
              <a:t>(modificare tramite schema diapositiva)</a:t>
            </a:r>
          </a:p>
        </p:txBody>
      </p:sp>
      <p:sp>
        <p:nvSpPr>
          <p:cNvPr id="2" name="Rectangle 1">
            <a:extLst>
              <a:ext uri="{FF2B5EF4-FFF2-40B4-BE49-F238E27FC236}">
                <a16:creationId xmlns:a16="http://schemas.microsoft.com/office/drawing/2014/main" id="{06F09540-6230-6ED9-20E5-87727E64BD12}"/>
              </a:ext>
            </a:extLst>
          </p:cNvPr>
          <p:cNvSpPr/>
          <p:nvPr userDrawn="1"/>
        </p:nvSpPr>
        <p:spPr>
          <a:xfrm>
            <a:off x="540000" y="9468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solidFill>
                <a:schemeClr val="bg1"/>
              </a:solidFill>
            </a:endParaRPr>
          </a:p>
        </p:txBody>
      </p:sp>
    </p:spTree>
    <p:extLst>
      <p:ext uri="{BB962C8B-B14F-4D97-AF65-F5344CB8AC3E}">
        <p14:creationId xmlns:p14="http://schemas.microsoft.com/office/powerpoint/2010/main" val="371969160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Lst>
  <p:hf hdr="0" ftr="0"/>
  <p:txStyles>
    <p:titleStyle>
      <a:lvl1pPr algn="l" defTabSz="1371600" rtl="0" eaLnBrk="1" latinLnBrk="0" hangingPunct="1">
        <a:lnSpc>
          <a:spcPct val="90000"/>
        </a:lnSpc>
        <a:spcBef>
          <a:spcPct val="0"/>
        </a:spcBef>
        <a:buNone/>
        <a:defRPr sz="4800" kern="1200">
          <a:solidFill>
            <a:schemeClr val="tx1"/>
          </a:solidFill>
          <a:latin typeface="Source Serif Pro" panose="02040603050405020204" pitchFamily="18" charset="0"/>
          <a:ea typeface="Source Serif Pro" panose="02040603050405020204" pitchFamily="18" charset="0"/>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2800" kern="1200">
          <a:solidFill>
            <a:schemeClr val="tx1"/>
          </a:solidFill>
          <a:latin typeface="Ronzino" pitchFamily="50" charset="0"/>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1180" userDrawn="1">
          <p15:clr>
            <a:srgbClr val="A4A3A4"/>
          </p15:clr>
        </p15:guide>
        <p15:guide id="4" orient="horz" pos="677" userDrawn="1">
          <p15:clr>
            <a:srgbClr val="A4A3A4"/>
          </p15:clr>
        </p15:guide>
        <p15:guide id="5" pos="340" userDrawn="1">
          <p15:clr>
            <a:srgbClr val="A4A3A4"/>
          </p15:clr>
        </p15:guide>
        <p15:guide id="6" orient="horz" pos="5962" userDrawn="1">
          <p15:clr>
            <a:srgbClr val="A4A3A4"/>
          </p15:clr>
        </p15:guide>
        <p15:guide id="7" pos="5760"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424F3D"/>
        </a:solidFill>
        <a:effectLst/>
      </p:bgPr>
    </p:bg>
    <p:spTree>
      <p:nvGrpSpPr>
        <p:cNvPr id="1" name=""/>
        <p:cNvGrpSpPr/>
        <p:nvPr/>
      </p:nvGrpSpPr>
      <p:grpSpPr>
        <a:xfrm>
          <a:off x="0" y="0"/>
          <a:ext cx="0" cy="0"/>
          <a:chOff x="0" y="0"/>
          <a:chExt cx="0" cy="0"/>
        </a:xfrm>
      </p:grpSpPr>
      <p:pic>
        <p:nvPicPr>
          <p:cNvPr id="5" name="Immagine 4" descr="Immagine che contiene schermata, Elementi grafici, design&#10;&#10;Il contenuto generato dall'IA potrebbe non essere corretto.">
            <a:extLst>
              <a:ext uri="{FF2B5EF4-FFF2-40B4-BE49-F238E27FC236}">
                <a16:creationId xmlns:a16="http://schemas.microsoft.com/office/drawing/2014/main" id="{CD28DF77-9587-A107-E993-3B0B32736102}"/>
              </a:ext>
            </a:extLst>
          </p:cNvPr>
          <p:cNvPicPr>
            <a:picLocks noChangeAspect="1"/>
          </p:cNvPicPr>
          <p:nvPr userDrawn="1"/>
        </p:nvPicPr>
        <p:blipFill>
          <a:blip r:embed="rId5">
            <a:extLst>
              <a:ext uri="{28A0092B-C50C-407E-A947-70E740481C1C}">
                <a14:useLocalDpi xmlns:a14="http://schemas.microsoft.com/office/drawing/2010/main" val="0"/>
              </a:ext>
            </a:extLst>
          </a:blip>
          <a:srcRect l="8908" t="38677" r="9358" b="40027"/>
          <a:stretch>
            <a:fillRect/>
          </a:stretch>
        </p:blipFill>
        <p:spPr>
          <a:xfrm>
            <a:off x="540000" y="9717552"/>
            <a:ext cx="821563" cy="214059"/>
          </a:xfrm>
          <a:prstGeom prst="rect">
            <a:avLst/>
          </a:prstGeom>
        </p:spPr>
      </p:pic>
      <p:sp>
        <p:nvSpPr>
          <p:cNvPr id="9" name="Rectangle 8">
            <a:extLst>
              <a:ext uri="{FF2B5EF4-FFF2-40B4-BE49-F238E27FC236}">
                <a16:creationId xmlns:a16="http://schemas.microsoft.com/office/drawing/2014/main" id="{2621BE0B-EF41-4B32-74C8-460D21E4B4AA}"/>
              </a:ext>
            </a:extLst>
          </p:cNvPr>
          <p:cNvSpPr/>
          <p:nvPr userDrawn="1"/>
        </p:nvSpPr>
        <p:spPr>
          <a:xfrm>
            <a:off x="540000" y="1080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noFill/>
            </a:endParaRPr>
          </a:p>
        </p:txBody>
      </p:sp>
      <p:sp>
        <p:nvSpPr>
          <p:cNvPr id="13" name="TextBox 12">
            <a:extLst>
              <a:ext uri="{FF2B5EF4-FFF2-40B4-BE49-F238E27FC236}">
                <a16:creationId xmlns:a16="http://schemas.microsoft.com/office/drawing/2014/main" id="{815C4071-7451-FF08-17E7-F0E08CECDE27}"/>
              </a:ext>
            </a:extLst>
          </p:cNvPr>
          <p:cNvSpPr txBox="1"/>
          <p:nvPr userDrawn="1"/>
        </p:nvSpPr>
        <p:spPr>
          <a:xfrm>
            <a:off x="17216647" y="9705711"/>
            <a:ext cx="180000" cy="246221"/>
          </a:xfrm>
          <a:prstGeom prst="rect">
            <a:avLst/>
          </a:prstGeom>
          <a:noFill/>
        </p:spPr>
        <p:txBody>
          <a:bodyPr wrap="square" lIns="0" tIns="0" rIns="0" bIns="0" rtlCol="0">
            <a:spAutoFit/>
          </a:bodyPr>
          <a:lstStyle/>
          <a:p>
            <a:pPr algn="ctr"/>
            <a:r>
              <a:rPr lang="en-GB" sz="1600">
                <a:solidFill>
                  <a:schemeClr val="tx1">
                    <a:lumMod val="75000"/>
                    <a:lumOff val="25000"/>
                  </a:schemeClr>
                </a:solidFill>
                <a:latin typeface="Ronzino" pitchFamily="50" charset="0"/>
              </a:rPr>
              <a:t>|</a:t>
            </a:r>
          </a:p>
        </p:txBody>
      </p:sp>
      <p:sp>
        <p:nvSpPr>
          <p:cNvPr id="3" name="TextBox 12">
            <a:extLst>
              <a:ext uri="{FF2B5EF4-FFF2-40B4-BE49-F238E27FC236}">
                <a16:creationId xmlns:a16="http://schemas.microsoft.com/office/drawing/2014/main" id="{2AF22101-6352-2091-4029-9408A8788A28}"/>
              </a:ext>
            </a:extLst>
          </p:cNvPr>
          <p:cNvSpPr txBox="1"/>
          <p:nvPr userDrawn="1"/>
        </p:nvSpPr>
        <p:spPr>
          <a:xfrm>
            <a:off x="1442210" y="9705711"/>
            <a:ext cx="180000" cy="246221"/>
          </a:xfrm>
          <a:prstGeom prst="rect">
            <a:avLst/>
          </a:prstGeom>
          <a:noFill/>
        </p:spPr>
        <p:txBody>
          <a:bodyPr wrap="square" lIns="0" tIns="0" rIns="0" bIns="0" rtlCol="0">
            <a:spAutoFit/>
          </a:bodyPr>
          <a:lstStyle/>
          <a:p>
            <a:pPr algn="ctr"/>
            <a:r>
              <a:rPr lang="en-GB" sz="1600">
                <a:solidFill>
                  <a:schemeClr val="tx1">
                    <a:lumMod val="75000"/>
                    <a:lumOff val="25000"/>
                  </a:schemeClr>
                </a:solidFill>
                <a:latin typeface="Ronzino" pitchFamily="50" charset="0"/>
              </a:rPr>
              <a:t>|</a:t>
            </a:r>
          </a:p>
        </p:txBody>
      </p:sp>
      <p:sp>
        <p:nvSpPr>
          <p:cNvPr id="14" name="CasellaDiTesto 13">
            <a:extLst>
              <a:ext uri="{FF2B5EF4-FFF2-40B4-BE49-F238E27FC236}">
                <a16:creationId xmlns:a16="http://schemas.microsoft.com/office/drawing/2014/main" id="{CCB68415-453D-149B-E0CF-0EF529147539}"/>
              </a:ext>
            </a:extLst>
          </p:cNvPr>
          <p:cNvSpPr txBox="1"/>
          <p:nvPr userDrawn="1"/>
        </p:nvSpPr>
        <p:spPr>
          <a:xfrm>
            <a:off x="1728000" y="9720000"/>
            <a:ext cx="6568440" cy="246221"/>
          </a:xfrm>
          <a:prstGeom prst="rect">
            <a:avLst/>
          </a:prstGeom>
          <a:noFill/>
        </p:spPr>
        <p:txBody>
          <a:bodyPr wrap="square" lIns="0" tIns="0" rIns="0" bIns="0" rtlCol="0">
            <a:spAutoFit/>
          </a:bodyPr>
          <a:lstStyle/>
          <a:p>
            <a:r>
              <a:rPr lang="it-IT" sz="1600">
                <a:solidFill>
                  <a:schemeClr val="bg1"/>
                </a:solidFill>
                <a:latin typeface="Ronzino" pitchFamily="50" charset="0"/>
              </a:rPr>
              <a:t>Titolo presentazione </a:t>
            </a:r>
            <a:r>
              <a:rPr lang="it-IT" sz="1600">
                <a:solidFill>
                  <a:schemeClr val="bg1"/>
                </a:solidFill>
                <a:highlight>
                  <a:srgbClr val="78FBA4"/>
                </a:highlight>
                <a:latin typeface="Ronzino" pitchFamily="50" charset="0"/>
              </a:rPr>
              <a:t>(modificare tramite schema diapositiva)</a:t>
            </a:r>
          </a:p>
        </p:txBody>
      </p:sp>
      <p:sp>
        <p:nvSpPr>
          <p:cNvPr id="2" name="Rectangle 1">
            <a:extLst>
              <a:ext uri="{FF2B5EF4-FFF2-40B4-BE49-F238E27FC236}">
                <a16:creationId xmlns:a16="http://schemas.microsoft.com/office/drawing/2014/main" id="{06F09540-6230-6ED9-20E5-87727E64BD12}"/>
              </a:ext>
            </a:extLst>
          </p:cNvPr>
          <p:cNvSpPr/>
          <p:nvPr userDrawn="1"/>
        </p:nvSpPr>
        <p:spPr>
          <a:xfrm>
            <a:off x="540000" y="9468000"/>
            <a:ext cx="540000" cy="108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GB">
              <a:noFill/>
            </a:endParaRPr>
          </a:p>
        </p:txBody>
      </p:sp>
    </p:spTree>
    <p:extLst>
      <p:ext uri="{BB962C8B-B14F-4D97-AF65-F5344CB8AC3E}">
        <p14:creationId xmlns:p14="http://schemas.microsoft.com/office/powerpoint/2010/main" val="190896297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Lst>
  <p:hf hdr="0" ftr="0"/>
  <p:txStyles>
    <p:titleStyle>
      <a:lvl1pPr algn="l" defTabSz="1371600" rtl="0" eaLnBrk="1" latinLnBrk="0" hangingPunct="1">
        <a:lnSpc>
          <a:spcPct val="90000"/>
        </a:lnSpc>
        <a:spcBef>
          <a:spcPct val="0"/>
        </a:spcBef>
        <a:buNone/>
        <a:defRPr sz="4800" kern="1200">
          <a:solidFill>
            <a:schemeClr val="tx1"/>
          </a:solidFill>
          <a:latin typeface="Source Serif Pro" panose="02040603050405020204" pitchFamily="18" charset="0"/>
          <a:ea typeface="Source Serif Pro" panose="02040603050405020204" pitchFamily="18" charset="0"/>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2800" kern="1200">
          <a:solidFill>
            <a:schemeClr val="tx1"/>
          </a:solidFill>
          <a:latin typeface="Ronzino" pitchFamily="50" charset="0"/>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800" kern="1200">
          <a:solidFill>
            <a:schemeClr val="tx1"/>
          </a:solidFill>
          <a:latin typeface="Ronzino" pitchFamily="50" charset="0"/>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1180" userDrawn="1">
          <p15:clr>
            <a:srgbClr val="A4A3A4"/>
          </p15:clr>
        </p15:guide>
        <p15:guide id="4" orient="horz" pos="677" userDrawn="1">
          <p15:clr>
            <a:srgbClr val="A4A3A4"/>
          </p15:clr>
        </p15:guide>
        <p15:guide id="5" pos="340" userDrawn="1">
          <p15:clr>
            <a:srgbClr val="A4A3A4"/>
          </p15:clr>
        </p15:guide>
        <p15:guide id="6" orient="horz" pos="5962" userDrawn="1">
          <p15:clr>
            <a:srgbClr val="A4A3A4"/>
          </p15:clr>
        </p15:guide>
        <p15:guide id="7" pos="576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3.sv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hyperlink" Target="https://eetra.sharepoint.com/:f:/r/sites/03_CommMarkCons/Shared%20Documents/10__EETRA__Brand_Identity_2026/SfondoMSTeams_2025?csf=1&amp;web=1&amp;e=i2dOU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D3ED6CC-43A8-49E6-323C-F100FA7F6371}"/>
              </a:ext>
            </a:extLst>
          </p:cNvPr>
          <p:cNvSpPr>
            <a:spLocks noGrp="1"/>
          </p:cNvSpPr>
          <p:nvPr>
            <p:ph type="body" sz="quarter" idx="10"/>
          </p:nvPr>
        </p:nvSpPr>
        <p:spPr/>
        <p:txBody>
          <a:bodyPr/>
          <a:lstStyle/>
          <a:p>
            <a:r>
              <a:rPr lang="en-GB" dirty="0"/>
              <a:t>EETRA | Linee Guida per il Visual Brand</a:t>
            </a:r>
          </a:p>
        </p:txBody>
      </p:sp>
      <p:sp>
        <p:nvSpPr>
          <p:cNvPr id="3" name="Slide Number Placeholder 2">
            <a:extLst>
              <a:ext uri="{FF2B5EF4-FFF2-40B4-BE49-F238E27FC236}">
                <a16:creationId xmlns:a16="http://schemas.microsoft.com/office/drawing/2014/main" id="{9491BABA-65B8-006B-AFFB-6EA99887ED5C}"/>
              </a:ext>
            </a:extLst>
          </p:cNvPr>
          <p:cNvSpPr>
            <a:spLocks noGrp="1"/>
          </p:cNvSpPr>
          <p:nvPr>
            <p:ph type="sldNum" sz="quarter" idx="4"/>
          </p:nvPr>
        </p:nvSpPr>
        <p:spPr/>
        <p:txBody>
          <a:bodyPr/>
          <a:lstStyle/>
          <a:p>
            <a:fld id="{009F8E5D-4DC2-459F-9159-6750A8A37B09}" type="slidenum">
              <a:rPr lang="en-GB" smtClean="0"/>
              <a:t>1</a:t>
            </a:fld>
            <a:endParaRPr lang="en-GB"/>
          </a:p>
        </p:txBody>
      </p:sp>
      <p:sp>
        <p:nvSpPr>
          <p:cNvPr id="2" name="Date Placeholder 1">
            <a:extLst>
              <a:ext uri="{FF2B5EF4-FFF2-40B4-BE49-F238E27FC236}">
                <a16:creationId xmlns:a16="http://schemas.microsoft.com/office/drawing/2014/main" id="{A581DA51-A839-8A5E-F9BC-757079DA3468}"/>
              </a:ext>
            </a:extLst>
          </p:cNvPr>
          <p:cNvSpPr>
            <a:spLocks noGrp="1"/>
          </p:cNvSpPr>
          <p:nvPr>
            <p:ph type="dt" sz="half" idx="2"/>
          </p:nvPr>
        </p:nvSpPr>
        <p:spPr/>
        <p:txBody>
          <a:bodyPr/>
          <a:lstStyle/>
          <a:p>
            <a:r>
              <a:rPr lang="en-US"/>
              <a:t>Presentation Name</a:t>
            </a:r>
            <a:endParaRPr lang="en-GB"/>
          </a:p>
        </p:txBody>
      </p:sp>
      <p:sp>
        <p:nvSpPr>
          <p:cNvPr id="8" name="Text Placeholder 7">
            <a:extLst>
              <a:ext uri="{FF2B5EF4-FFF2-40B4-BE49-F238E27FC236}">
                <a16:creationId xmlns:a16="http://schemas.microsoft.com/office/drawing/2014/main" id="{9C9E5060-23A8-85BD-25CD-59B15DFC4F22}"/>
              </a:ext>
            </a:extLst>
          </p:cNvPr>
          <p:cNvSpPr>
            <a:spLocks noGrp="1"/>
          </p:cNvSpPr>
          <p:nvPr>
            <p:ph type="body" sz="quarter" idx="11"/>
          </p:nvPr>
        </p:nvSpPr>
        <p:spPr>
          <a:xfrm>
            <a:off x="539750" y="1800000"/>
            <a:ext cx="17208500" cy="3608908"/>
          </a:xfrm>
        </p:spPr>
        <p:txBody>
          <a:bodyPr wrap="none" numCol="4" spcCol="360000">
            <a:noAutofit/>
          </a:bodyPr>
          <a:lstStyle/>
          <a:p>
            <a:pPr>
              <a:spcBef>
                <a:spcPts val="0"/>
              </a:spcBef>
              <a:spcAft>
                <a:spcPts val="1800"/>
              </a:spcAft>
            </a:pPr>
            <a:r>
              <a:rPr lang="it-IT" sz="2800" b="1"/>
              <a:t>LOGO</a:t>
            </a:r>
          </a:p>
          <a:p>
            <a:pPr>
              <a:spcBef>
                <a:spcPts val="0"/>
              </a:spcBef>
            </a:pPr>
            <a:r>
              <a:rPr lang="it-IT"/>
              <a:t>Logo EETRA</a:t>
            </a:r>
          </a:p>
          <a:p>
            <a:pPr>
              <a:spcBef>
                <a:spcPts val="0"/>
              </a:spcBef>
            </a:pPr>
            <a:r>
              <a:rPr lang="it-IT"/>
              <a:t>Uso del Logo</a:t>
            </a:r>
          </a:p>
          <a:p>
            <a:pPr>
              <a:spcBef>
                <a:spcPts val="0"/>
              </a:spcBef>
              <a:spcAft>
                <a:spcPts val="1800"/>
              </a:spcAft>
            </a:pPr>
            <a:endParaRPr lang="it-IT" b="1"/>
          </a:p>
          <a:p>
            <a:pPr>
              <a:spcBef>
                <a:spcPts val="0"/>
              </a:spcBef>
              <a:spcAft>
                <a:spcPts val="1800"/>
              </a:spcAft>
            </a:pPr>
            <a:endParaRPr lang="it-IT" b="1"/>
          </a:p>
          <a:p>
            <a:pPr>
              <a:spcBef>
                <a:spcPts val="0"/>
              </a:spcBef>
              <a:spcAft>
                <a:spcPts val="1800"/>
              </a:spcAft>
            </a:pPr>
            <a:endParaRPr lang="it-IT" b="1"/>
          </a:p>
          <a:p>
            <a:pPr>
              <a:spcBef>
                <a:spcPts val="0"/>
              </a:spcBef>
              <a:spcAft>
                <a:spcPts val="1800"/>
              </a:spcAft>
            </a:pPr>
            <a:endParaRPr lang="it-IT" b="1"/>
          </a:p>
          <a:p>
            <a:pPr>
              <a:spcBef>
                <a:spcPts val="0"/>
              </a:spcBef>
              <a:spcAft>
                <a:spcPts val="1800"/>
              </a:spcAft>
            </a:pPr>
            <a:r>
              <a:rPr lang="it-IT" sz="2800" b="1"/>
              <a:t>Uso dei Colori</a:t>
            </a:r>
          </a:p>
          <a:p>
            <a:pPr>
              <a:spcBef>
                <a:spcPts val="0"/>
              </a:spcBef>
            </a:pPr>
            <a:r>
              <a:rPr lang="it-IT"/>
              <a:t>Palette Colori</a:t>
            </a:r>
          </a:p>
          <a:p>
            <a:pPr>
              <a:spcBef>
                <a:spcPts val="0"/>
              </a:spcBef>
            </a:pPr>
            <a:r>
              <a:rPr lang="it-IT"/>
              <a:t>Gradienti</a:t>
            </a:r>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spcAft>
                <a:spcPts val="1800"/>
              </a:spcAft>
            </a:pPr>
            <a:r>
              <a:rPr lang="it-IT" sz="2800" b="1"/>
              <a:t>Fonts /Caratteri</a:t>
            </a:r>
          </a:p>
          <a:p>
            <a:pPr>
              <a:spcBef>
                <a:spcPts val="0"/>
              </a:spcBef>
            </a:pPr>
            <a:r>
              <a:rPr lang="it-IT"/>
              <a:t>Fonts / caratteri</a:t>
            </a:r>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pPr>
            <a:endParaRPr lang="it-IT"/>
          </a:p>
          <a:p>
            <a:pPr>
              <a:spcBef>
                <a:spcPts val="0"/>
              </a:spcBef>
              <a:spcAft>
                <a:spcPts val="1800"/>
              </a:spcAft>
            </a:pPr>
            <a:r>
              <a:rPr lang="it-IT" sz="2800" b="1"/>
              <a:t>Assets Grafici</a:t>
            </a:r>
          </a:p>
          <a:p>
            <a:pPr>
              <a:spcBef>
                <a:spcPts val="0"/>
              </a:spcBef>
            </a:pPr>
            <a:r>
              <a:rPr lang="it-IT"/>
              <a:t>Sfondi</a:t>
            </a:r>
          </a:p>
          <a:p>
            <a:pPr>
              <a:spcBef>
                <a:spcPts val="0"/>
              </a:spcBef>
            </a:pPr>
            <a:r>
              <a:rPr lang="it-IT"/>
              <a:t>Icone</a:t>
            </a:r>
          </a:p>
          <a:p>
            <a:pPr>
              <a:spcBef>
                <a:spcPts val="0"/>
              </a:spcBef>
            </a:pPr>
            <a:r>
              <a:rPr lang="it-IT"/>
              <a:t>Fotografie</a:t>
            </a:r>
          </a:p>
          <a:p>
            <a:pPr>
              <a:spcBef>
                <a:spcPts val="0"/>
              </a:spcBef>
            </a:pPr>
            <a:r>
              <a:rPr lang="it-IT"/>
              <a:t>Illustrazioni</a:t>
            </a:r>
          </a:p>
          <a:p>
            <a:pPr>
              <a:spcBef>
                <a:spcPts val="0"/>
              </a:spcBef>
            </a:pPr>
            <a:endParaRPr lang="it-IT"/>
          </a:p>
          <a:p>
            <a:pPr>
              <a:spcBef>
                <a:spcPts val="0"/>
              </a:spcBef>
            </a:pPr>
            <a:endParaRPr lang="en-GB"/>
          </a:p>
        </p:txBody>
      </p:sp>
    </p:spTree>
    <p:extLst>
      <p:ext uri="{BB962C8B-B14F-4D97-AF65-F5344CB8AC3E}">
        <p14:creationId xmlns:p14="http://schemas.microsoft.com/office/powerpoint/2010/main" val="155739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6309-10C0-28EC-351C-B9602039517F}"/>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4BBCE021-B68D-3966-4E70-EFC552FCB3EF}"/>
              </a:ext>
            </a:extLst>
          </p:cNvPr>
          <p:cNvSpPr>
            <a:spLocks noGrp="1"/>
          </p:cNvSpPr>
          <p:nvPr>
            <p:ph type="title"/>
          </p:nvPr>
        </p:nvSpPr>
        <p:spPr/>
        <p:txBody>
          <a:bodyPr/>
          <a:lstStyle/>
          <a:p>
            <a:r>
              <a:rPr lang="it-IT" dirty="0"/>
              <a:t>Logo EETRA</a:t>
            </a:r>
          </a:p>
        </p:txBody>
      </p:sp>
      <p:sp>
        <p:nvSpPr>
          <p:cNvPr id="7" name="Segnaposto numero diapositiva 6">
            <a:extLst>
              <a:ext uri="{FF2B5EF4-FFF2-40B4-BE49-F238E27FC236}">
                <a16:creationId xmlns:a16="http://schemas.microsoft.com/office/drawing/2014/main" id="{341EA762-101D-F04F-FCBE-7CA76B5000EC}"/>
              </a:ext>
            </a:extLst>
          </p:cNvPr>
          <p:cNvSpPr>
            <a:spLocks noGrp="1"/>
          </p:cNvSpPr>
          <p:nvPr>
            <p:ph type="sldNum" sz="quarter" idx="4"/>
          </p:nvPr>
        </p:nvSpPr>
        <p:spPr/>
        <p:txBody>
          <a:bodyPr/>
          <a:lstStyle/>
          <a:p>
            <a:fld id="{009F8E5D-4DC2-459F-9159-6750A8A37B09}" type="slidenum">
              <a:rPr lang="en-GB" smtClean="0"/>
              <a:pPr/>
              <a:t>2</a:t>
            </a:fld>
            <a:endParaRPr lang="en-GB"/>
          </a:p>
        </p:txBody>
      </p:sp>
      <p:sp>
        <p:nvSpPr>
          <p:cNvPr id="6" name="Segnaposto data 5">
            <a:extLst>
              <a:ext uri="{FF2B5EF4-FFF2-40B4-BE49-F238E27FC236}">
                <a16:creationId xmlns:a16="http://schemas.microsoft.com/office/drawing/2014/main" id="{9AA9B223-C297-F0AC-55C2-6B29ADD79BA2}"/>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2389901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C57A-0CCD-1F72-6BD8-92AB24964659}"/>
            </a:ext>
          </a:extLst>
        </p:cNvPr>
        <p:cNvGrpSpPr/>
        <p:nvPr/>
      </p:nvGrpSpPr>
      <p:grpSpPr>
        <a:xfrm>
          <a:off x="0" y="0"/>
          <a:ext cx="0" cy="0"/>
          <a:chOff x="0" y="0"/>
          <a:chExt cx="0" cy="0"/>
        </a:xfrm>
      </p:grpSpPr>
      <p:sp>
        <p:nvSpPr>
          <p:cNvPr id="2" name="Rettangolo 38">
            <a:extLst>
              <a:ext uri="{FF2B5EF4-FFF2-40B4-BE49-F238E27FC236}">
                <a16:creationId xmlns:a16="http://schemas.microsoft.com/office/drawing/2014/main" id="{0911FF34-2F15-90DF-A1A6-636CE37025FB}"/>
              </a:ext>
            </a:extLst>
          </p:cNvPr>
          <p:cNvSpPr/>
          <p:nvPr/>
        </p:nvSpPr>
        <p:spPr>
          <a:xfrm rot="5400000">
            <a:off x="9293950" y="684943"/>
            <a:ext cx="3983171" cy="12925427"/>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Rettangolo 38">
            <a:extLst>
              <a:ext uri="{FF2B5EF4-FFF2-40B4-BE49-F238E27FC236}">
                <a16:creationId xmlns:a16="http://schemas.microsoft.com/office/drawing/2014/main" id="{67BD8DF1-BF72-18B7-47DE-321960ECD510}"/>
              </a:ext>
            </a:extLst>
          </p:cNvPr>
          <p:cNvSpPr/>
          <p:nvPr/>
        </p:nvSpPr>
        <p:spPr>
          <a:xfrm rot="5400000">
            <a:off x="9413082" y="-3191669"/>
            <a:ext cx="3744912" cy="12925425"/>
          </a:xfrm>
          <a:prstGeom prst="rect">
            <a:avLst/>
          </a:prstGeom>
          <a:solidFill>
            <a:srgbClr val="3D3F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Text Placeholder 3">
            <a:extLst>
              <a:ext uri="{FF2B5EF4-FFF2-40B4-BE49-F238E27FC236}">
                <a16:creationId xmlns:a16="http://schemas.microsoft.com/office/drawing/2014/main" id="{3D741FBA-A489-377D-34A5-615BFB8BF16E}"/>
              </a:ext>
            </a:extLst>
          </p:cNvPr>
          <p:cNvSpPr>
            <a:spLocks noGrp="1"/>
          </p:cNvSpPr>
          <p:nvPr>
            <p:ph type="body" sz="quarter" idx="10"/>
          </p:nvPr>
        </p:nvSpPr>
        <p:spPr/>
        <p:txBody>
          <a:bodyPr/>
          <a:lstStyle/>
          <a:p>
            <a:r>
              <a:rPr lang="en-GB" dirty="0"/>
              <a:t>Logo EETRA</a:t>
            </a:r>
          </a:p>
        </p:txBody>
      </p:sp>
      <p:sp>
        <p:nvSpPr>
          <p:cNvPr id="5" name="Text Placeholder 4">
            <a:extLst>
              <a:ext uri="{FF2B5EF4-FFF2-40B4-BE49-F238E27FC236}">
                <a16:creationId xmlns:a16="http://schemas.microsoft.com/office/drawing/2014/main" id="{E8D0CC5B-A02C-7CCE-0CC6-EF98B54D6364}"/>
              </a:ext>
            </a:extLst>
          </p:cNvPr>
          <p:cNvSpPr>
            <a:spLocks noGrp="1"/>
          </p:cNvSpPr>
          <p:nvPr>
            <p:ph type="body" sz="quarter" idx="11"/>
          </p:nvPr>
        </p:nvSpPr>
        <p:spPr>
          <a:xfrm>
            <a:off x="539750" y="1800000"/>
            <a:ext cx="3772669" cy="2954655"/>
          </a:xfrm>
        </p:spPr>
        <p:txBody>
          <a:bodyPr wrap="square" numCol="1">
            <a:spAutoFit/>
          </a:bodyPr>
          <a:lstStyle/>
          <a:p>
            <a:r>
              <a:rPr lang="it-IT"/>
              <a:t>Ci sono tre versioni del logo EETRA, in bianco e in Nero, che possono essere utilizzate in modo intercambiabile, a seconda della piattaforma, del colore di sfondo o delle immagini.</a:t>
            </a:r>
          </a:p>
        </p:txBody>
      </p:sp>
      <p:pic>
        <p:nvPicPr>
          <p:cNvPr id="18" name="Immagine 33" descr="Immagine che contiene testo, Elementi grafici, Carattere, grafica&#10;&#10;Il contenuto generato dall'IA potrebbe non essere corretto.">
            <a:extLst>
              <a:ext uri="{FF2B5EF4-FFF2-40B4-BE49-F238E27FC236}">
                <a16:creationId xmlns:a16="http://schemas.microsoft.com/office/drawing/2014/main" id="{3C290953-610B-F440-37A3-B6A27501A5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1935" y="1606971"/>
            <a:ext cx="3381274" cy="3328144"/>
          </a:xfrm>
          <a:prstGeom prst="rect">
            <a:avLst/>
          </a:prstGeom>
        </p:spPr>
      </p:pic>
      <p:pic>
        <p:nvPicPr>
          <p:cNvPr id="19" name="Immagine 31" descr="Immagine che contiene schermata, Elementi grafici, design&#10;&#10;Il contenuto generato dall'IA potrebbe non essere corretto.">
            <a:extLst>
              <a:ext uri="{FF2B5EF4-FFF2-40B4-BE49-F238E27FC236}">
                <a16:creationId xmlns:a16="http://schemas.microsoft.com/office/drawing/2014/main" id="{7D0F005D-ECF1-5C22-0840-5436129B0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938" y="5457020"/>
            <a:ext cx="3381271" cy="3381271"/>
          </a:xfrm>
          <a:prstGeom prst="rect">
            <a:avLst/>
          </a:prstGeom>
        </p:spPr>
      </p:pic>
      <p:pic>
        <p:nvPicPr>
          <p:cNvPr id="20" name="Immagine 37" descr="Immagine che contiene testo, schermata, Carattere, biglietto da visita&#10;&#10;Il contenuto generato dall'IA potrebbe non essere corretto.">
            <a:extLst>
              <a:ext uri="{FF2B5EF4-FFF2-40B4-BE49-F238E27FC236}">
                <a16:creationId xmlns:a16="http://schemas.microsoft.com/office/drawing/2014/main" id="{88F7F246-2488-E5F3-517B-31B47D7A21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5593" y="1147758"/>
            <a:ext cx="4179582" cy="4179582"/>
          </a:xfrm>
          <a:prstGeom prst="rect">
            <a:avLst/>
          </a:prstGeom>
        </p:spPr>
      </p:pic>
      <p:pic>
        <p:nvPicPr>
          <p:cNvPr id="21" name="Immagine 35" descr="Immagine che contiene schermata, nero, design&#10;&#10;Il contenuto generato dall'IA potrebbe non essere corretto.">
            <a:extLst>
              <a:ext uri="{FF2B5EF4-FFF2-40B4-BE49-F238E27FC236}">
                <a16:creationId xmlns:a16="http://schemas.microsoft.com/office/drawing/2014/main" id="{289E32C3-9570-067B-9700-356CEF34A6B5}"/>
              </a:ext>
            </a:extLst>
          </p:cNvPr>
          <p:cNvPicPr>
            <a:picLocks noChangeAspect="1"/>
          </p:cNvPicPr>
          <p:nvPr/>
        </p:nvPicPr>
        <p:blipFill>
          <a:blip r:embed="rId5">
            <a:extLst>
              <a:ext uri="{28A0092B-C50C-407E-A947-70E740481C1C}">
                <a14:useLocalDpi xmlns:a14="http://schemas.microsoft.com/office/drawing/2010/main" val="0"/>
              </a:ext>
            </a:extLst>
          </a:blip>
          <a:srcRect l="5571" t="34702" b="31484"/>
          <a:stretch>
            <a:fillRect/>
          </a:stretch>
        </p:blipFill>
        <p:spPr>
          <a:xfrm>
            <a:off x="9391222" y="6522777"/>
            <a:ext cx="3968323" cy="1421027"/>
          </a:xfrm>
          <a:prstGeom prst="rect">
            <a:avLst/>
          </a:prstGeom>
        </p:spPr>
      </p:pic>
      <p:pic>
        <p:nvPicPr>
          <p:cNvPr id="22" name="Elemento grafico 21">
            <a:extLst>
              <a:ext uri="{FF2B5EF4-FFF2-40B4-BE49-F238E27FC236}">
                <a16:creationId xmlns:a16="http://schemas.microsoft.com/office/drawing/2014/main" id="{002689E6-CB7C-6F9B-EBF7-A0E9769F96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869949" y="6716623"/>
            <a:ext cx="3367896" cy="1033333"/>
          </a:xfrm>
          <a:prstGeom prst="rect">
            <a:avLst/>
          </a:prstGeom>
        </p:spPr>
      </p:pic>
      <p:pic>
        <p:nvPicPr>
          <p:cNvPr id="23" name="Elemento grafico 22">
            <a:extLst>
              <a:ext uri="{FF2B5EF4-FFF2-40B4-BE49-F238E27FC236}">
                <a16:creationId xmlns:a16="http://schemas.microsoft.com/office/drawing/2014/main" id="{A37AF0F0-369E-6CD0-A6D8-74C3823DEFC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869949" y="2754377"/>
            <a:ext cx="3367896" cy="1033332"/>
          </a:xfrm>
          <a:prstGeom prst="rect">
            <a:avLst/>
          </a:prstGeom>
        </p:spPr>
      </p:pic>
    </p:spTree>
    <p:extLst>
      <p:ext uri="{BB962C8B-B14F-4D97-AF65-F5344CB8AC3E}">
        <p14:creationId xmlns:p14="http://schemas.microsoft.com/office/powerpoint/2010/main" val="140496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E2F8-DC84-D2E4-BD02-6666A4FDAF60}"/>
            </a:ext>
          </a:extLst>
        </p:cNvPr>
        <p:cNvGrpSpPr/>
        <p:nvPr/>
      </p:nvGrpSpPr>
      <p:grpSpPr>
        <a:xfrm>
          <a:off x="0" y="0"/>
          <a:ext cx="0" cy="0"/>
          <a:chOff x="0" y="0"/>
          <a:chExt cx="0" cy="0"/>
        </a:xfrm>
      </p:grpSpPr>
      <p:sp>
        <p:nvSpPr>
          <p:cNvPr id="6" name="Rettangolo 38">
            <a:extLst>
              <a:ext uri="{FF2B5EF4-FFF2-40B4-BE49-F238E27FC236}">
                <a16:creationId xmlns:a16="http://schemas.microsoft.com/office/drawing/2014/main" id="{118E0BC3-9E2D-73C7-B34A-93640EA1B42B}"/>
              </a:ext>
            </a:extLst>
          </p:cNvPr>
          <p:cNvSpPr/>
          <p:nvPr/>
        </p:nvSpPr>
        <p:spPr>
          <a:xfrm>
            <a:off x="9431195" y="1398588"/>
            <a:ext cx="3878587" cy="3249612"/>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1" name="Immagine 30" descr="Immagine che contiene strada, traffico, veicolo, automobile&#10;&#10;Il contenuto generato dall'IA potrebbe non essere corretto.">
            <a:extLst>
              <a:ext uri="{FF2B5EF4-FFF2-40B4-BE49-F238E27FC236}">
                <a16:creationId xmlns:a16="http://schemas.microsoft.com/office/drawing/2014/main" id="{34149CA6-1193-A18C-B030-D586755760C7}"/>
              </a:ext>
            </a:extLst>
          </p:cNvPr>
          <p:cNvPicPr>
            <a:picLocks noChangeAspect="1"/>
          </p:cNvPicPr>
          <p:nvPr/>
        </p:nvPicPr>
        <p:blipFill>
          <a:blip r:embed="rId2"/>
          <a:srcRect l="39735" r="2447"/>
          <a:stretch>
            <a:fillRect/>
          </a:stretch>
        </p:blipFill>
        <p:spPr>
          <a:xfrm>
            <a:off x="13700760" y="5525265"/>
            <a:ext cx="3837043" cy="3237183"/>
          </a:xfrm>
          <a:prstGeom prst="rect">
            <a:avLst/>
          </a:prstGeom>
        </p:spPr>
      </p:pic>
      <p:sp>
        <p:nvSpPr>
          <p:cNvPr id="4" name="Text Placeholder 3">
            <a:extLst>
              <a:ext uri="{FF2B5EF4-FFF2-40B4-BE49-F238E27FC236}">
                <a16:creationId xmlns:a16="http://schemas.microsoft.com/office/drawing/2014/main" id="{ACC17896-A002-2D97-6ADA-2B29421B2483}"/>
              </a:ext>
            </a:extLst>
          </p:cNvPr>
          <p:cNvSpPr>
            <a:spLocks noGrp="1"/>
          </p:cNvSpPr>
          <p:nvPr>
            <p:ph type="body" sz="quarter" idx="10"/>
          </p:nvPr>
        </p:nvSpPr>
        <p:spPr/>
        <p:txBody>
          <a:bodyPr/>
          <a:lstStyle/>
          <a:p>
            <a:r>
              <a:rPr lang="en-GB"/>
              <a:t>Uso del Logo EETRA</a:t>
            </a:r>
          </a:p>
        </p:txBody>
      </p:sp>
      <p:sp>
        <p:nvSpPr>
          <p:cNvPr id="10" name="Slide Number Placeholder 3">
            <a:extLst>
              <a:ext uri="{FF2B5EF4-FFF2-40B4-BE49-F238E27FC236}">
                <a16:creationId xmlns:a16="http://schemas.microsoft.com/office/drawing/2014/main" id="{1775E99C-534A-12DE-86BB-CFEA16284B71}"/>
              </a:ext>
            </a:extLst>
          </p:cNvPr>
          <p:cNvSpPr txBox="1">
            <a:spLocks/>
          </p:cNvSpPr>
          <p:nvPr/>
        </p:nvSpPr>
        <p:spPr>
          <a:xfrm>
            <a:off x="21909967" y="9540000"/>
            <a:ext cx="720000" cy="2880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8987009-8BAD-4EED-A23B-8AF861844491}" type="slidenum">
              <a:rPr lang="en-GB" smtClean="0"/>
              <a:pPr/>
              <a:t>4</a:t>
            </a:fld>
            <a:endParaRPr lang="en-GB"/>
          </a:p>
        </p:txBody>
      </p:sp>
      <p:sp>
        <p:nvSpPr>
          <p:cNvPr id="20" name="CasellaDiTesto 41">
            <a:extLst>
              <a:ext uri="{FF2B5EF4-FFF2-40B4-BE49-F238E27FC236}">
                <a16:creationId xmlns:a16="http://schemas.microsoft.com/office/drawing/2014/main" id="{83524736-FAE4-EFBE-1F01-3E5619905EA3}"/>
              </a:ext>
            </a:extLst>
          </p:cNvPr>
          <p:cNvSpPr txBox="1"/>
          <p:nvPr/>
        </p:nvSpPr>
        <p:spPr>
          <a:xfrm>
            <a:off x="769780" y="4657362"/>
            <a:ext cx="3878587" cy="612347"/>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Logo </a:t>
            </a:r>
            <a:r>
              <a:rPr lang="it-IT" sz="1600" kern="100" err="1">
                <a:effectLst/>
                <a:latin typeface="Ronzino" pitchFamily="50" charset="0"/>
                <a:ea typeface="Aptos" panose="020B0004020202020204" pitchFamily="34" charset="0"/>
                <a:cs typeface="Times New Roman" panose="02020603050405020304" pitchFamily="18" charset="0"/>
              </a:rPr>
              <a:t>Bcorp</a:t>
            </a:r>
            <a:r>
              <a:rPr lang="it-IT" sz="1600" kern="100">
                <a:effectLst/>
                <a:latin typeface="Ronzino" pitchFamily="50" charset="0"/>
                <a:ea typeface="Aptos" panose="020B0004020202020204" pitchFamily="34" charset="0"/>
                <a:cs typeface="Times New Roman" panose="02020603050405020304" pitchFamily="18" charset="0"/>
              </a:rPr>
              <a:t> bianco su sfondo scuro – uso preferito</a:t>
            </a:r>
          </a:p>
        </p:txBody>
      </p:sp>
      <p:sp>
        <p:nvSpPr>
          <p:cNvPr id="9" name="CasellaDiTesto 41">
            <a:extLst>
              <a:ext uri="{FF2B5EF4-FFF2-40B4-BE49-F238E27FC236}">
                <a16:creationId xmlns:a16="http://schemas.microsoft.com/office/drawing/2014/main" id="{901037BB-87E0-37E9-FD70-8F60639898EC}"/>
              </a:ext>
            </a:extLst>
          </p:cNvPr>
          <p:cNvSpPr txBox="1"/>
          <p:nvPr/>
        </p:nvSpPr>
        <p:spPr>
          <a:xfrm>
            <a:off x="5043613" y="4657242"/>
            <a:ext cx="3599999" cy="612347"/>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Logo bianco su sfondo scuro– uso per logo in piccole dimensioni</a:t>
            </a:r>
          </a:p>
        </p:txBody>
      </p:sp>
      <p:sp>
        <p:nvSpPr>
          <p:cNvPr id="15" name="CasellaDiTesto 41">
            <a:extLst>
              <a:ext uri="{FF2B5EF4-FFF2-40B4-BE49-F238E27FC236}">
                <a16:creationId xmlns:a16="http://schemas.microsoft.com/office/drawing/2014/main" id="{A1464D2C-E1E3-854C-3F30-4C9C3520EDF5}"/>
              </a:ext>
            </a:extLst>
          </p:cNvPr>
          <p:cNvSpPr txBox="1"/>
          <p:nvPr/>
        </p:nvSpPr>
        <p:spPr>
          <a:xfrm>
            <a:off x="9462947" y="4660235"/>
            <a:ext cx="3599999" cy="612347"/>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Logo B </a:t>
            </a:r>
            <a:r>
              <a:rPr lang="it-IT" sz="1600" kern="100" err="1">
                <a:effectLst/>
                <a:latin typeface="Ronzino" pitchFamily="50" charset="0"/>
                <a:ea typeface="Aptos" panose="020B0004020202020204" pitchFamily="34" charset="0"/>
                <a:cs typeface="Times New Roman" panose="02020603050405020304" pitchFamily="18" charset="0"/>
              </a:rPr>
              <a:t>Corp</a:t>
            </a:r>
            <a:r>
              <a:rPr lang="it-IT" sz="1600" kern="100">
                <a:effectLst/>
                <a:latin typeface="Ronzino" pitchFamily="50" charset="0"/>
                <a:ea typeface="Aptos" panose="020B0004020202020204" pitchFamily="34" charset="0"/>
                <a:cs typeface="Times New Roman" panose="02020603050405020304" pitchFamily="18" charset="0"/>
              </a:rPr>
              <a:t> nero su sfondo chiaro – uso preferito</a:t>
            </a:r>
          </a:p>
        </p:txBody>
      </p:sp>
      <p:sp>
        <p:nvSpPr>
          <p:cNvPr id="17" name="Rettangolo 38">
            <a:extLst>
              <a:ext uri="{FF2B5EF4-FFF2-40B4-BE49-F238E27FC236}">
                <a16:creationId xmlns:a16="http://schemas.microsoft.com/office/drawing/2014/main" id="{3FD25324-95E4-CC4D-A3FA-53BB2D61FFEC}"/>
              </a:ext>
            </a:extLst>
          </p:cNvPr>
          <p:cNvSpPr/>
          <p:nvPr/>
        </p:nvSpPr>
        <p:spPr>
          <a:xfrm>
            <a:off x="13700760" y="1398588"/>
            <a:ext cx="3878587" cy="3249612"/>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3" name="Immagine 31" descr="Immagine che contiene schermata, Elementi grafici, design&#10;&#10;Il contenuto generato dall'IA potrebbe non essere corretto.">
            <a:extLst>
              <a:ext uri="{FF2B5EF4-FFF2-40B4-BE49-F238E27FC236}">
                <a16:creationId xmlns:a16="http://schemas.microsoft.com/office/drawing/2014/main" id="{325BA2AB-56A5-9183-871E-CD1918203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3069" y="1304075"/>
            <a:ext cx="3600000" cy="3600000"/>
          </a:xfrm>
          <a:prstGeom prst="rect">
            <a:avLst/>
          </a:prstGeom>
        </p:spPr>
      </p:pic>
      <p:pic>
        <p:nvPicPr>
          <p:cNvPr id="32" name="Immagine 31" descr="Immagine che contiene schermata, Elementi grafici, design&#10;&#10;Il contenuto generato dall'IA potrebbe non essere corretto.">
            <a:extLst>
              <a:ext uri="{FF2B5EF4-FFF2-40B4-BE49-F238E27FC236}">
                <a16:creationId xmlns:a16="http://schemas.microsoft.com/office/drawing/2014/main" id="{31ED1009-3800-E4E1-C37E-505FC40D7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16207" y="5438152"/>
            <a:ext cx="3406147" cy="3406147"/>
          </a:xfrm>
          <a:prstGeom prst="rect">
            <a:avLst/>
          </a:prstGeom>
        </p:spPr>
      </p:pic>
      <p:pic>
        <p:nvPicPr>
          <p:cNvPr id="14" name="Elemento grafico 13">
            <a:extLst>
              <a:ext uri="{FF2B5EF4-FFF2-40B4-BE49-F238E27FC236}">
                <a16:creationId xmlns:a16="http://schemas.microsoft.com/office/drawing/2014/main" id="{4BF477DC-2249-8650-C94F-361B4957FE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29944" y="2565763"/>
            <a:ext cx="3481087" cy="1068062"/>
          </a:xfrm>
          <a:prstGeom prst="rect">
            <a:avLst/>
          </a:prstGeom>
        </p:spPr>
      </p:pic>
      <p:sp>
        <p:nvSpPr>
          <p:cNvPr id="16" name="Rettangolo 38">
            <a:extLst>
              <a:ext uri="{FF2B5EF4-FFF2-40B4-BE49-F238E27FC236}">
                <a16:creationId xmlns:a16="http://schemas.microsoft.com/office/drawing/2014/main" id="{AB871B99-D89F-A1F0-8F0D-1D6007A68C84}"/>
              </a:ext>
            </a:extLst>
          </p:cNvPr>
          <p:cNvSpPr/>
          <p:nvPr/>
        </p:nvSpPr>
        <p:spPr>
          <a:xfrm>
            <a:off x="5043614" y="1399215"/>
            <a:ext cx="3878587" cy="3249612"/>
          </a:xfrm>
          <a:prstGeom prst="rect">
            <a:avLst/>
          </a:prstGeom>
          <a:solidFill>
            <a:srgbClr val="3D3F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 name="Rettangolo 38">
            <a:extLst>
              <a:ext uri="{FF2B5EF4-FFF2-40B4-BE49-F238E27FC236}">
                <a16:creationId xmlns:a16="http://schemas.microsoft.com/office/drawing/2014/main" id="{5A346B84-FD18-C6EA-CDCB-974FA2E10798}"/>
              </a:ext>
            </a:extLst>
          </p:cNvPr>
          <p:cNvSpPr/>
          <p:nvPr/>
        </p:nvSpPr>
        <p:spPr>
          <a:xfrm>
            <a:off x="769780" y="1398588"/>
            <a:ext cx="3878587" cy="3249612"/>
          </a:xfrm>
          <a:prstGeom prst="rect">
            <a:avLst/>
          </a:prstGeom>
          <a:solidFill>
            <a:srgbClr val="3D3F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Elemento grafico 1">
            <a:extLst>
              <a:ext uri="{FF2B5EF4-FFF2-40B4-BE49-F238E27FC236}">
                <a16:creationId xmlns:a16="http://schemas.microsoft.com/office/drawing/2014/main" id="{0EA0E240-F339-BEC6-02CF-4F7FAFB826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3533" y="2596125"/>
            <a:ext cx="3311079" cy="1015899"/>
          </a:xfrm>
          <a:prstGeom prst="rect">
            <a:avLst/>
          </a:prstGeom>
        </p:spPr>
      </p:pic>
      <p:pic>
        <p:nvPicPr>
          <p:cNvPr id="5" name="Immagine 33" descr="Immagine che contiene testo, Elementi grafici, Carattere, grafica&#10;&#10;Il contenuto generato dall'IA potrebbe non essere corretto.">
            <a:extLst>
              <a:ext uri="{FF2B5EF4-FFF2-40B4-BE49-F238E27FC236}">
                <a16:creationId xmlns:a16="http://schemas.microsoft.com/office/drawing/2014/main" id="{F3AB5538-5BF3-8CED-B581-6B546A08067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82907" y="1222172"/>
            <a:ext cx="3600000" cy="3600000"/>
          </a:xfrm>
          <a:prstGeom prst="rect">
            <a:avLst/>
          </a:prstGeom>
        </p:spPr>
      </p:pic>
      <p:sp>
        <p:nvSpPr>
          <p:cNvPr id="28" name="CasellaDiTesto 41">
            <a:extLst>
              <a:ext uri="{FF2B5EF4-FFF2-40B4-BE49-F238E27FC236}">
                <a16:creationId xmlns:a16="http://schemas.microsoft.com/office/drawing/2014/main" id="{C212D828-8101-BA39-AAC4-75BEF6DEFFCF}"/>
              </a:ext>
            </a:extLst>
          </p:cNvPr>
          <p:cNvSpPr txBox="1"/>
          <p:nvPr/>
        </p:nvSpPr>
        <p:spPr>
          <a:xfrm>
            <a:off x="13736780" y="4657045"/>
            <a:ext cx="3599999" cy="612347"/>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Logo nero su sfondo </a:t>
            </a:r>
            <a:r>
              <a:rPr lang="it-IT" sz="1600" kern="100">
                <a:latin typeface="Ronzino" pitchFamily="50" charset="0"/>
                <a:ea typeface="Aptos" panose="020B0004020202020204" pitchFamily="34" charset="0"/>
                <a:cs typeface="Times New Roman" panose="02020603050405020304" pitchFamily="18" charset="0"/>
              </a:rPr>
              <a:t>chiaro </a:t>
            </a:r>
            <a:r>
              <a:rPr lang="it-IT" sz="1600" kern="100">
                <a:effectLst/>
                <a:latin typeface="Ronzino" pitchFamily="50" charset="0"/>
                <a:ea typeface="Aptos" panose="020B0004020202020204" pitchFamily="34" charset="0"/>
                <a:cs typeface="Times New Roman" panose="02020603050405020304" pitchFamily="18" charset="0"/>
              </a:rPr>
              <a:t>– uso per logo in piccole dimensioni</a:t>
            </a:r>
          </a:p>
        </p:txBody>
      </p:sp>
      <p:sp>
        <p:nvSpPr>
          <p:cNvPr id="30" name="Rettangolo 38">
            <a:extLst>
              <a:ext uri="{FF2B5EF4-FFF2-40B4-BE49-F238E27FC236}">
                <a16:creationId xmlns:a16="http://schemas.microsoft.com/office/drawing/2014/main" id="{EDF6BFCD-FBE7-6BF9-CB17-8EBC08422C77}"/>
              </a:ext>
            </a:extLst>
          </p:cNvPr>
          <p:cNvSpPr/>
          <p:nvPr/>
        </p:nvSpPr>
        <p:spPr>
          <a:xfrm>
            <a:off x="799656" y="5516420"/>
            <a:ext cx="3878587" cy="3249612"/>
          </a:xfrm>
          <a:prstGeom prst="rect">
            <a:avLst/>
          </a:prstGeom>
          <a:solidFill>
            <a:srgbClr val="3D3F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9" name="Immagine 37" descr="Immagine che contiene testo, schermata, Carattere, biglietto da visita&#10;&#10;Il contenuto generato dall'IA potrebbe non essere corretto.">
            <a:extLst>
              <a:ext uri="{FF2B5EF4-FFF2-40B4-BE49-F238E27FC236}">
                <a16:creationId xmlns:a16="http://schemas.microsoft.com/office/drawing/2014/main" id="{3B3896C6-4938-3D34-16DE-62CA38C7520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6556" y="5341226"/>
            <a:ext cx="3600000" cy="3600000"/>
          </a:xfrm>
          <a:prstGeom prst="rect">
            <a:avLst/>
          </a:prstGeom>
        </p:spPr>
      </p:pic>
      <p:sp>
        <p:nvSpPr>
          <p:cNvPr id="33" name="CasellaDiTesto 41">
            <a:extLst>
              <a:ext uri="{FF2B5EF4-FFF2-40B4-BE49-F238E27FC236}">
                <a16:creationId xmlns:a16="http://schemas.microsoft.com/office/drawing/2014/main" id="{BF80BF0A-9936-2B2E-64DC-E9E45C85748F}"/>
              </a:ext>
            </a:extLst>
          </p:cNvPr>
          <p:cNvSpPr txBox="1"/>
          <p:nvPr/>
        </p:nvSpPr>
        <p:spPr>
          <a:xfrm>
            <a:off x="799656" y="8762448"/>
            <a:ext cx="3878587" cy="607539"/>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Logo con spiegazione – per piè di pagina e fine presentazione</a:t>
            </a:r>
          </a:p>
        </p:txBody>
      </p:sp>
      <p:sp>
        <p:nvSpPr>
          <p:cNvPr id="34" name="Rettangolo 38">
            <a:extLst>
              <a:ext uri="{FF2B5EF4-FFF2-40B4-BE49-F238E27FC236}">
                <a16:creationId xmlns:a16="http://schemas.microsoft.com/office/drawing/2014/main" id="{6D5A76D9-DA13-B2EB-E7F0-B5C5BC1291FE}"/>
              </a:ext>
            </a:extLst>
          </p:cNvPr>
          <p:cNvSpPr/>
          <p:nvPr/>
        </p:nvSpPr>
        <p:spPr>
          <a:xfrm>
            <a:off x="9431195" y="5525265"/>
            <a:ext cx="3878587" cy="3249612"/>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5" name="CasellaDiTesto 41">
            <a:extLst>
              <a:ext uri="{FF2B5EF4-FFF2-40B4-BE49-F238E27FC236}">
                <a16:creationId xmlns:a16="http://schemas.microsoft.com/office/drawing/2014/main" id="{146ABE5C-C559-86FF-788B-E605CE566BE6}"/>
              </a:ext>
            </a:extLst>
          </p:cNvPr>
          <p:cNvSpPr txBox="1"/>
          <p:nvPr/>
        </p:nvSpPr>
        <p:spPr>
          <a:xfrm>
            <a:off x="5043613" y="8792749"/>
            <a:ext cx="3878587" cy="607539"/>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Non allungare o accorciare il logo, non ruotarlo in altre direzioni</a:t>
            </a:r>
          </a:p>
        </p:txBody>
      </p:sp>
      <p:sp>
        <p:nvSpPr>
          <p:cNvPr id="36" name="CasellaDiTesto 41">
            <a:extLst>
              <a:ext uri="{FF2B5EF4-FFF2-40B4-BE49-F238E27FC236}">
                <a16:creationId xmlns:a16="http://schemas.microsoft.com/office/drawing/2014/main" id="{44E98A80-7142-A33F-C0B3-9033A9169E19}"/>
              </a:ext>
            </a:extLst>
          </p:cNvPr>
          <p:cNvSpPr txBox="1"/>
          <p:nvPr/>
        </p:nvSpPr>
        <p:spPr>
          <a:xfrm>
            <a:off x="13736780" y="8762208"/>
            <a:ext cx="3878587" cy="607539"/>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Non usare il logo sopra ad immagini o fotografie</a:t>
            </a:r>
          </a:p>
        </p:txBody>
      </p:sp>
      <p:sp>
        <p:nvSpPr>
          <p:cNvPr id="37" name="Rettangolo 38">
            <a:extLst>
              <a:ext uri="{FF2B5EF4-FFF2-40B4-BE49-F238E27FC236}">
                <a16:creationId xmlns:a16="http://schemas.microsoft.com/office/drawing/2014/main" id="{BF0D1E84-403A-32E1-59A8-0260587A07D0}"/>
              </a:ext>
            </a:extLst>
          </p:cNvPr>
          <p:cNvSpPr/>
          <p:nvPr/>
        </p:nvSpPr>
        <p:spPr>
          <a:xfrm>
            <a:off x="5006081" y="5516420"/>
            <a:ext cx="3878587" cy="3249612"/>
          </a:xfrm>
          <a:prstGeom prst="rect">
            <a:avLst/>
          </a:prstGeom>
          <a:solidFill>
            <a:srgbClr val="3D3F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8" name="Immagine 37" descr="Immagine che contiene testo, schermata, Carattere, biglietto da visita&#10;&#10;Il contenuto generato dall'IA potrebbe non essere corretto.">
            <a:extLst>
              <a:ext uri="{FF2B5EF4-FFF2-40B4-BE49-F238E27FC236}">
                <a16:creationId xmlns:a16="http://schemas.microsoft.com/office/drawing/2014/main" id="{0240B5D8-05CA-E0C8-9ECA-2502FC8F9F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09355" y="6137182"/>
            <a:ext cx="3610494" cy="1990085"/>
          </a:xfrm>
          <a:prstGeom prst="rect">
            <a:avLst/>
          </a:prstGeom>
        </p:spPr>
      </p:pic>
      <p:sp>
        <p:nvSpPr>
          <p:cNvPr id="39" name="CasellaDiTesto 41">
            <a:extLst>
              <a:ext uri="{FF2B5EF4-FFF2-40B4-BE49-F238E27FC236}">
                <a16:creationId xmlns:a16="http://schemas.microsoft.com/office/drawing/2014/main" id="{88571502-974F-9953-C178-9A7C0BC62460}"/>
              </a:ext>
            </a:extLst>
          </p:cNvPr>
          <p:cNvSpPr txBox="1"/>
          <p:nvPr/>
        </p:nvSpPr>
        <p:spPr>
          <a:xfrm>
            <a:off x="9431195" y="8795936"/>
            <a:ext cx="3878587" cy="607539"/>
          </a:xfrm>
          <a:prstGeom prst="rect">
            <a:avLst/>
          </a:prstGeom>
          <a:noFill/>
        </p:spPr>
        <p:txBody>
          <a:bodyPr wrap="square">
            <a:spAutoFit/>
          </a:bodyPr>
          <a:lstStyle/>
          <a:p>
            <a:pPr>
              <a:lnSpc>
                <a:spcPct val="107000"/>
              </a:lnSpc>
              <a:spcAft>
                <a:spcPts val="800"/>
              </a:spcAft>
              <a:buNone/>
            </a:pPr>
            <a:r>
              <a:rPr lang="it-IT" sz="1600" kern="100">
                <a:effectLst/>
                <a:latin typeface="Ronzino" pitchFamily="50" charset="0"/>
                <a:ea typeface="Aptos" panose="020B0004020202020204" pitchFamily="34" charset="0"/>
                <a:cs typeface="Times New Roman" panose="02020603050405020304" pitchFamily="18" charset="0"/>
              </a:rPr>
              <a:t>Non cambiare il colore del logo, utilizzare solo in bianco o nero</a:t>
            </a:r>
          </a:p>
        </p:txBody>
      </p:sp>
      <p:pic>
        <p:nvPicPr>
          <p:cNvPr id="40" name="Immagine 39" descr="Immagine che contiene schermata, Elementi grafici, design&#10;&#10;Il contenuto generato dall'IA potrebbe non essere corretto.">
            <a:extLst>
              <a:ext uri="{FF2B5EF4-FFF2-40B4-BE49-F238E27FC236}">
                <a16:creationId xmlns:a16="http://schemas.microsoft.com/office/drawing/2014/main" id="{127084BA-1252-419B-B2D9-F52722E0711A}"/>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656799" y="5446997"/>
            <a:ext cx="3406147" cy="3406147"/>
          </a:xfrm>
          <a:prstGeom prst="rect">
            <a:avLst/>
          </a:prstGeom>
        </p:spPr>
      </p:pic>
    </p:spTree>
    <p:extLst>
      <p:ext uri="{BB962C8B-B14F-4D97-AF65-F5344CB8AC3E}">
        <p14:creationId xmlns:p14="http://schemas.microsoft.com/office/powerpoint/2010/main" val="4084004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501A7-381E-BB4E-6C2A-1FE6476642EE}"/>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70E1691D-55AA-343F-8491-B4EDA8CA4DE2}"/>
              </a:ext>
            </a:extLst>
          </p:cNvPr>
          <p:cNvSpPr>
            <a:spLocks noGrp="1"/>
          </p:cNvSpPr>
          <p:nvPr>
            <p:ph type="title"/>
          </p:nvPr>
        </p:nvSpPr>
        <p:spPr/>
        <p:txBody>
          <a:bodyPr/>
          <a:lstStyle/>
          <a:p>
            <a:r>
              <a:rPr lang="it-IT"/>
              <a:t>Uso dei Colori</a:t>
            </a:r>
          </a:p>
        </p:txBody>
      </p:sp>
      <p:sp>
        <p:nvSpPr>
          <p:cNvPr id="7" name="Segnaposto numero diapositiva 6">
            <a:extLst>
              <a:ext uri="{FF2B5EF4-FFF2-40B4-BE49-F238E27FC236}">
                <a16:creationId xmlns:a16="http://schemas.microsoft.com/office/drawing/2014/main" id="{14BCE154-2650-2463-45A2-E26C9D30D74A}"/>
              </a:ext>
            </a:extLst>
          </p:cNvPr>
          <p:cNvSpPr>
            <a:spLocks noGrp="1"/>
          </p:cNvSpPr>
          <p:nvPr>
            <p:ph type="sldNum" sz="quarter" idx="4"/>
          </p:nvPr>
        </p:nvSpPr>
        <p:spPr/>
        <p:txBody>
          <a:bodyPr/>
          <a:lstStyle/>
          <a:p>
            <a:fld id="{009F8E5D-4DC2-459F-9159-6750A8A37B09}" type="slidenum">
              <a:rPr lang="en-GB" smtClean="0"/>
              <a:pPr/>
              <a:t>5</a:t>
            </a:fld>
            <a:endParaRPr lang="en-GB"/>
          </a:p>
        </p:txBody>
      </p:sp>
      <p:sp>
        <p:nvSpPr>
          <p:cNvPr id="6" name="Segnaposto data 5">
            <a:extLst>
              <a:ext uri="{FF2B5EF4-FFF2-40B4-BE49-F238E27FC236}">
                <a16:creationId xmlns:a16="http://schemas.microsoft.com/office/drawing/2014/main" id="{A8EA2F8B-49EC-4673-9A1F-D251E02A0D14}"/>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3639139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C1B7C-FE3B-A163-689D-DAEE9BDCD045}"/>
            </a:ext>
          </a:extLst>
        </p:cNvPr>
        <p:cNvGrpSpPr/>
        <p:nvPr/>
      </p:nvGrpSpPr>
      <p:grpSpPr>
        <a:xfrm>
          <a:off x="0" y="0"/>
          <a:ext cx="0" cy="0"/>
          <a:chOff x="0" y="0"/>
          <a:chExt cx="0" cy="0"/>
        </a:xfrm>
      </p:grpSpPr>
      <p:sp>
        <p:nvSpPr>
          <p:cNvPr id="42" name="Rettangolo 41">
            <a:extLst>
              <a:ext uri="{FF2B5EF4-FFF2-40B4-BE49-F238E27FC236}">
                <a16:creationId xmlns:a16="http://schemas.microsoft.com/office/drawing/2014/main" id="{8AA00BD7-B69B-15BA-D010-C3193130FCC5}"/>
              </a:ext>
            </a:extLst>
          </p:cNvPr>
          <p:cNvSpPr/>
          <p:nvPr/>
        </p:nvSpPr>
        <p:spPr>
          <a:xfrm>
            <a:off x="539750" y="1398589"/>
            <a:ext cx="3102610" cy="7740650"/>
          </a:xfrm>
          <a:prstGeom prst="rect">
            <a:avLst/>
          </a:prstGeom>
          <a:solidFill>
            <a:srgbClr val="70786E"/>
          </a:solidFill>
          <a:ln>
            <a:solidFill>
              <a:srgbClr val="7078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Text Placeholder 3">
            <a:extLst>
              <a:ext uri="{FF2B5EF4-FFF2-40B4-BE49-F238E27FC236}">
                <a16:creationId xmlns:a16="http://schemas.microsoft.com/office/drawing/2014/main" id="{0A4B2E8E-867D-09FB-833A-A878550CDF52}"/>
              </a:ext>
            </a:extLst>
          </p:cNvPr>
          <p:cNvSpPr>
            <a:spLocks noGrp="1"/>
          </p:cNvSpPr>
          <p:nvPr>
            <p:ph type="body" sz="quarter" idx="10"/>
          </p:nvPr>
        </p:nvSpPr>
        <p:spPr/>
        <p:txBody>
          <a:bodyPr/>
          <a:lstStyle/>
          <a:p>
            <a:r>
              <a:rPr lang="en-GB"/>
              <a:t>Palette </a:t>
            </a:r>
            <a:r>
              <a:rPr lang="en-GB" err="1"/>
              <a:t>colori</a:t>
            </a:r>
            <a:endParaRPr lang="en-GB"/>
          </a:p>
        </p:txBody>
      </p:sp>
      <p:pic>
        <p:nvPicPr>
          <p:cNvPr id="5" name="Immagine 4" descr="Immagine che contiene Rettangolo, quadrato, schermata, Policromia&#10;&#10;Il contenuto generato dall'IA potrebbe non essere corretto.">
            <a:extLst>
              <a:ext uri="{FF2B5EF4-FFF2-40B4-BE49-F238E27FC236}">
                <a16:creationId xmlns:a16="http://schemas.microsoft.com/office/drawing/2014/main" id="{26014E85-991E-CA32-E977-BE39AB4911FF}"/>
              </a:ext>
            </a:extLst>
          </p:cNvPr>
          <p:cNvPicPr>
            <a:picLocks noChangeAspect="1"/>
          </p:cNvPicPr>
          <p:nvPr/>
        </p:nvPicPr>
        <p:blipFill>
          <a:blip r:embed="rId2"/>
          <a:srcRect l="1205" t="573" r="4101" b="2374"/>
          <a:stretch>
            <a:fillRect/>
          </a:stretch>
        </p:blipFill>
        <p:spPr>
          <a:xfrm>
            <a:off x="11828572" y="1729033"/>
            <a:ext cx="5965398" cy="5342327"/>
          </a:xfrm>
          <a:prstGeom prst="rect">
            <a:avLst/>
          </a:prstGeom>
        </p:spPr>
      </p:pic>
      <p:sp>
        <p:nvSpPr>
          <p:cNvPr id="9" name="CasellaDiTesto 5">
            <a:extLst>
              <a:ext uri="{FF2B5EF4-FFF2-40B4-BE49-F238E27FC236}">
                <a16:creationId xmlns:a16="http://schemas.microsoft.com/office/drawing/2014/main" id="{EEE00D53-7346-9C95-92C3-30FD2D008F54}"/>
              </a:ext>
            </a:extLst>
          </p:cNvPr>
          <p:cNvSpPr txBox="1"/>
          <p:nvPr/>
        </p:nvSpPr>
        <p:spPr>
          <a:xfrm>
            <a:off x="1369420" y="3097605"/>
            <a:ext cx="3331282" cy="983026"/>
          </a:xfrm>
          <a:prstGeom prst="rect">
            <a:avLst/>
          </a:prstGeom>
          <a:noFill/>
        </p:spPr>
        <p:txBody>
          <a:bodyPr wrap="square">
            <a:spAutoFit/>
          </a:bodyPr>
          <a:lstStyle/>
          <a:p>
            <a:pPr>
              <a:lnSpc>
                <a:spcPct val="107000"/>
              </a:lnSpc>
              <a:spcAft>
                <a:spcPts val="800"/>
              </a:spcAft>
              <a:buNone/>
            </a:pPr>
            <a:r>
              <a:rPr lang="it-IT" sz="1400" b="1" kern="100">
                <a:solidFill>
                  <a:srgbClr val="231F20"/>
                </a:solidFill>
                <a:effectLst/>
                <a:latin typeface="Ronzino" pitchFamily="50" charset="0"/>
                <a:ea typeface="Aptos" panose="020B0004020202020204" pitchFamily="34" charset="0"/>
                <a:cs typeface="Times New Roman" panose="02020603050405020304" pitchFamily="18" charset="0"/>
              </a:rPr>
              <a:t>Fondo Scuro Principale</a:t>
            </a:r>
          </a:p>
          <a:p>
            <a:pPr>
              <a:lnSpc>
                <a:spcPct val="107000"/>
              </a:lnSpc>
              <a:spcAft>
                <a:spcPts val="800"/>
              </a:spcAft>
              <a:buNone/>
            </a:pPr>
            <a:r>
              <a:rPr lang="it-IT" sz="1400" b="1" kern="100">
                <a:solidFill>
                  <a:srgbClr val="231F20"/>
                </a:solidFill>
                <a:latin typeface="Ronzino" pitchFamily="50" charset="0"/>
                <a:ea typeface="Aptos" panose="020B0004020202020204" pitchFamily="34" charset="0"/>
                <a:cs typeface="Times New Roman" panose="02020603050405020304" pitchFamily="18" charset="0"/>
              </a:rPr>
              <a:t>R35 V31 B32</a:t>
            </a:r>
          </a:p>
          <a:p>
            <a:pPr>
              <a:lnSpc>
                <a:spcPct val="107000"/>
              </a:lnSpc>
              <a:spcAft>
                <a:spcPts val="800"/>
              </a:spcAft>
              <a:buNone/>
            </a:pPr>
            <a:r>
              <a:rPr lang="it-IT" sz="1400" b="1" kern="100">
                <a:solidFill>
                  <a:srgbClr val="231F20"/>
                </a:solidFill>
                <a:effectLst/>
                <a:latin typeface="Ronzino" pitchFamily="50" charset="0"/>
                <a:ea typeface="Aptos" panose="020B0004020202020204" pitchFamily="34" charset="0"/>
                <a:cs typeface="Times New Roman" panose="02020603050405020304" pitchFamily="18" charset="0"/>
              </a:rPr>
              <a:t>#231F20</a:t>
            </a:r>
            <a:endParaRPr lang="it-IT" sz="1400" kern="100">
              <a:solidFill>
                <a:srgbClr val="231F20"/>
              </a:solidFill>
              <a:effectLst/>
              <a:latin typeface="Ronzino" pitchFamily="50" charset="0"/>
              <a:ea typeface="Aptos" panose="020B0004020202020204" pitchFamily="34" charset="0"/>
              <a:cs typeface="Times New Roman" panose="02020603050405020304" pitchFamily="18" charset="0"/>
            </a:endParaRPr>
          </a:p>
        </p:txBody>
      </p:sp>
      <p:sp>
        <p:nvSpPr>
          <p:cNvPr id="14" name="CasellaDiTesto 7">
            <a:extLst>
              <a:ext uri="{FF2B5EF4-FFF2-40B4-BE49-F238E27FC236}">
                <a16:creationId xmlns:a16="http://schemas.microsoft.com/office/drawing/2014/main" id="{78C04369-BEFA-7B90-1F81-ACC7F81A467F}"/>
              </a:ext>
            </a:extLst>
          </p:cNvPr>
          <p:cNvSpPr txBox="1"/>
          <p:nvPr/>
        </p:nvSpPr>
        <p:spPr>
          <a:xfrm>
            <a:off x="4258555" y="3135312"/>
            <a:ext cx="3474858" cy="983026"/>
          </a:xfrm>
          <a:prstGeom prst="rect">
            <a:avLst/>
          </a:prstGeom>
          <a:noFill/>
        </p:spPr>
        <p:txBody>
          <a:bodyPr wrap="square">
            <a:spAutoFit/>
          </a:bodyPr>
          <a:lstStyle/>
          <a:p>
            <a:pPr>
              <a:lnSpc>
                <a:spcPct val="107000"/>
              </a:lnSpc>
              <a:spcAft>
                <a:spcPts val="800"/>
              </a:spcAft>
              <a:buNone/>
            </a:pPr>
            <a:r>
              <a:rPr lang="it-IT" sz="1400" b="1" kern="100">
                <a:solidFill>
                  <a:srgbClr val="33B24A"/>
                </a:solidFill>
                <a:effectLst/>
                <a:latin typeface="Ronzino" pitchFamily="50" charset="0"/>
                <a:ea typeface="Aptos" panose="020B0004020202020204" pitchFamily="34" charset="0"/>
                <a:cs typeface="Times New Roman" panose="02020603050405020304" pitchFamily="18" charset="0"/>
              </a:rPr>
              <a:t>Verde Chiaro Principale</a:t>
            </a:r>
          </a:p>
          <a:p>
            <a:pPr>
              <a:lnSpc>
                <a:spcPct val="107000"/>
              </a:lnSpc>
              <a:spcAft>
                <a:spcPts val="800"/>
              </a:spcAft>
              <a:buNone/>
            </a:pPr>
            <a:r>
              <a:rPr lang="it-IT" sz="1400" b="1" kern="100">
                <a:solidFill>
                  <a:srgbClr val="33B24A"/>
                </a:solidFill>
                <a:latin typeface="Ronzino" pitchFamily="50" charset="0"/>
                <a:ea typeface="Aptos" panose="020B0004020202020204" pitchFamily="34" charset="0"/>
                <a:cs typeface="Times New Roman" panose="02020603050405020304" pitchFamily="18" charset="0"/>
              </a:rPr>
              <a:t>R51 V178 B74</a:t>
            </a:r>
          </a:p>
          <a:p>
            <a:pPr>
              <a:lnSpc>
                <a:spcPct val="107000"/>
              </a:lnSpc>
              <a:spcAft>
                <a:spcPts val="800"/>
              </a:spcAft>
              <a:buNone/>
            </a:pPr>
            <a:r>
              <a:rPr lang="it-IT" sz="1400" b="1" kern="100">
                <a:solidFill>
                  <a:srgbClr val="33B24A"/>
                </a:solidFill>
                <a:effectLst/>
                <a:latin typeface="Ronzino" pitchFamily="50" charset="0"/>
                <a:ea typeface="Aptos" panose="020B0004020202020204" pitchFamily="34" charset="0"/>
                <a:cs typeface="Times New Roman" panose="02020603050405020304" pitchFamily="18" charset="0"/>
              </a:rPr>
              <a:t>#33B24A</a:t>
            </a:r>
            <a:endParaRPr lang="it-IT" sz="1400" kern="100">
              <a:solidFill>
                <a:srgbClr val="33B24A"/>
              </a:solidFill>
              <a:effectLst/>
              <a:latin typeface="Ronzino" pitchFamily="50" charset="0"/>
              <a:ea typeface="Aptos" panose="020B0004020202020204" pitchFamily="34" charset="0"/>
              <a:cs typeface="Times New Roman" panose="02020603050405020304" pitchFamily="18" charset="0"/>
            </a:endParaRPr>
          </a:p>
        </p:txBody>
      </p:sp>
      <p:sp>
        <p:nvSpPr>
          <p:cNvPr id="16" name="CasellaDiTesto 9">
            <a:extLst>
              <a:ext uri="{FF2B5EF4-FFF2-40B4-BE49-F238E27FC236}">
                <a16:creationId xmlns:a16="http://schemas.microsoft.com/office/drawing/2014/main" id="{82D7F381-4810-DDF0-64F0-F4AA8CC356C8}"/>
              </a:ext>
            </a:extLst>
          </p:cNvPr>
          <p:cNvSpPr txBox="1"/>
          <p:nvPr/>
        </p:nvSpPr>
        <p:spPr>
          <a:xfrm>
            <a:off x="6599664" y="3135312"/>
            <a:ext cx="3331282" cy="983026"/>
          </a:xfrm>
          <a:prstGeom prst="rect">
            <a:avLst/>
          </a:prstGeom>
          <a:noFill/>
        </p:spPr>
        <p:txBody>
          <a:bodyPr wrap="square">
            <a:spAutoFit/>
          </a:bodyPr>
          <a:lstStyle/>
          <a:p>
            <a:pPr>
              <a:lnSpc>
                <a:spcPct val="107000"/>
              </a:lnSpc>
              <a:spcAft>
                <a:spcPts val="800"/>
              </a:spcAft>
              <a:buNone/>
            </a:pPr>
            <a:r>
              <a:rPr lang="it-IT" sz="1400" b="1" kern="100">
                <a:solidFill>
                  <a:srgbClr val="434F3D"/>
                </a:solidFill>
                <a:effectLst/>
                <a:latin typeface="Ronzino" pitchFamily="50" charset="0"/>
                <a:ea typeface="Aptos" panose="020B0004020202020204" pitchFamily="34" charset="0"/>
                <a:cs typeface="Times New Roman" panose="02020603050405020304" pitchFamily="18" charset="0"/>
              </a:rPr>
              <a:t>Verde Scuro Secondario</a:t>
            </a:r>
          </a:p>
          <a:p>
            <a:pPr>
              <a:lnSpc>
                <a:spcPct val="107000"/>
              </a:lnSpc>
              <a:spcAft>
                <a:spcPts val="800"/>
              </a:spcAft>
              <a:buNone/>
            </a:pPr>
            <a:r>
              <a:rPr lang="it-IT" sz="1400" b="1" kern="100">
                <a:solidFill>
                  <a:srgbClr val="434F3D"/>
                </a:solidFill>
                <a:latin typeface="Ronzino" pitchFamily="50" charset="0"/>
                <a:ea typeface="Aptos" panose="020B0004020202020204" pitchFamily="34" charset="0"/>
                <a:cs typeface="Times New Roman" panose="02020603050405020304" pitchFamily="18" charset="0"/>
              </a:rPr>
              <a:t>R67 V79 B61</a:t>
            </a:r>
          </a:p>
          <a:p>
            <a:pPr>
              <a:lnSpc>
                <a:spcPct val="107000"/>
              </a:lnSpc>
              <a:spcAft>
                <a:spcPts val="800"/>
              </a:spcAft>
              <a:buNone/>
            </a:pPr>
            <a:r>
              <a:rPr lang="it-IT" sz="1400" b="1" kern="100">
                <a:solidFill>
                  <a:srgbClr val="434F3D"/>
                </a:solidFill>
                <a:effectLst/>
                <a:latin typeface="Ronzino" pitchFamily="50" charset="0"/>
                <a:ea typeface="Aptos" panose="020B0004020202020204" pitchFamily="34" charset="0"/>
                <a:cs typeface="Times New Roman" panose="02020603050405020304" pitchFamily="18" charset="0"/>
              </a:rPr>
              <a:t>#434F3D</a:t>
            </a:r>
            <a:endParaRPr lang="it-IT" sz="1400" kern="100">
              <a:solidFill>
                <a:srgbClr val="434F3D"/>
              </a:solidFill>
              <a:effectLst/>
              <a:latin typeface="Ronzino" pitchFamily="50" charset="0"/>
              <a:ea typeface="Aptos" panose="020B0004020202020204" pitchFamily="34" charset="0"/>
              <a:cs typeface="Times New Roman" panose="02020603050405020304" pitchFamily="18" charset="0"/>
            </a:endParaRPr>
          </a:p>
        </p:txBody>
      </p:sp>
      <p:sp>
        <p:nvSpPr>
          <p:cNvPr id="22" name="CasellaDiTesto 11">
            <a:extLst>
              <a:ext uri="{FF2B5EF4-FFF2-40B4-BE49-F238E27FC236}">
                <a16:creationId xmlns:a16="http://schemas.microsoft.com/office/drawing/2014/main" id="{687780A2-2931-2B68-B648-8C46480AD95B}"/>
              </a:ext>
            </a:extLst>
          </p:cNvPr>
          <p:cNvSpPr txBox="1"/>
          <p:nvPr/>
        </p:nvSpPr>
        <p:spPr>
          <a:xfrm>
            <a:off x="9133387" y="3135312"/>
            <a:ext cx="3331282" cy="983026"/>
          </a:xfrm>
          <a:prstGeom prst="rect">
            <a:avLst/>
          </a:prstGeom>
          <a:noFill/>
        </p:spPr>
        <p:txBody>
          <a:bodyPr wrap="square">
            <a:spAutoFit/>
          </a:bodyPr>
          <a:lstStyle/>
          <a:p>
            <a:pPr>
              <a:lnSpc>
                <a:spcPct val="107000"/>
              </a:lnSpc>
              <a:spcAft>
                <a:spcPts val="800"/>
              </a:spcAft>
              <a:buNone/>
            </a:pPr>
            <a:r>
              <a:rPr lang="it-IT" sz="1400" b="1" kern="100">
                <a:solidFill>
                  <a:srgbClr val="3D3F3F"/>
                </a:solidFill>
                <a:effectLst/>
                <a:latin typeface="Ronzino" pitchFamily="50" charset="0"/>
                <a:ea typeface="Aptos" panose="020B0004020202020204" pitchFamily="34" charset="0"/>
                <a:cs typeface="Times New Roman" panose="02020603050405020304" pitchFamily="18" charset="0"/>
              </a:rPr>
              <a:t>Grigio Primario</a:t>
            </a:r>
          </a:p>
          <a:p>
            <a:pPr>
              <a:lnSpc>
                <a:spcPct val="107000"/>
              </a:lnSpc>
              <a:spcAft>
                <a:spcPts val="800"/>
              </a:spcAft>
              <a:buNone/>
            </a:pPr>
            <a:r>
              <a:rPr lang="it-IT" sz="1400" b="1" kern="100">
                <a:solidFill>
                  <a:srgbClr val="3D3F3F"/>
                </a:solidFill>
                <a:latin typeface="Ronzino" pitchFamily="50" charset="0"/>
                <a:ea typeface="Aptos" panose="020B0004020202020204" pitchFamily="34" charset="0"/>
                <a:cs typeface="Times New Roman" panose="02020603050405020304" pitchFamily="18" charset="0"/>
              </a:rPr>
              <a:t>R61 V63 B63</a:t>
            </a:r>
          </a:p>
          <a:p>
            <a:pPr>
              <a:lnSpc>
                <a:spcPct val="107000"/>
              </a:lnSpc>
              <a:spcAft>
                <a:spcPts val="800"/>
              </a:spcAft>
              <a:buNone/>
            </a:pPr>
            <a:r>
              <a:rPr lang="it-IT" sz="1400" b="1" kern="100">
                <a:solidFill>
                  <a:srgbClr val="3D3F3F"/>
                </a:solidFill>
                <a:effectLst/>
                <a:latin typeface="Ronzino" pitchFamily="50" charset="0"/>
                <a:ea typeface="Aptos" panose="020B0004020202020204" pitchFamily="34" charset="0"/>
                <a:cs typeface="Times New Roman" panose="02020603050405020304" pitchFamily="18" charset="0"/>
              </a:rPr>
              <a:t>#3D3F3F</a:t>
            </a:r>
            <a:endParaRPr lang="it-IT" sz="1400" kern="100">
              <a:solidFill>
                <a:srgbClr val="3D3F3F"/>
              </a:solidFill>
              <a:effectLst/>
              <a:latin typeface="Ronzino" pitchFamily="50" charset="0"/>
              <a:ea typeface="Aptos" panose="020B0004020202020204" pitchFamily="34" charset="0"/>
              <a:cs typeface="Times New Roman" panose="02020603050405020304" pitchFamily="18" charset="0"/>
            </a:endParaRPr>
          </a:p>
        </p:txBody>
      </p:sp>
      <p:sp>
        <p:nvSpPr>
          <p:cNvPr id="24" name="CasellaDiTesto 13">
            <a:extLst>
              <a:ext uri="{FF2B5EF4-FFF2-40B4-BE49-F238E27FC236}">
                <a16:creationId xmlns:a16="http://schemas.microsoft.com/office/drawing/2014/main" id="{4B3DE5BC-04A7-59E0-09B2-ECFBC98F438A}"/>
              </a:ext>
            </a:extLst>
          </p:cNvPr>
          <p:cNvSpPr txBox="1"/>
          <p:nvPr/>
        </p:nvSpPr>
        <p:spPr>
          <a:xfrm>
            <a:off x="1401980" y="5589929"/>
            <a:ext cx="3331282" cy="983026"/>
          </a:xfrm>
          <a:prstGeom prst="rect">
            <a:avLst/>
          </a:prstGeom>
          <a:noFill/>
        </p:spPr>
        <p:txBody>
          <a:bodyPr wrap="square">
            <a:spAutoFit/>
          </a:bodyPr>
          <a:lstStyle/>
          <a:p>
            <a:pPr>
              <a:lnSpc>
                <a:spcPct val="107000"/>
              </a:lnSpc>
              <a:spcAft>
                <a:spcPts val="800"/>
              </a:spcAft>
              <a:buNone/>
            </a:pPr>
            <a:r>
              <a:rPr lang="it-IT" sz="1400" b="1" kern="100">
                <a:solidFill>
                  <a:srgbClr val="F8F5F2"/>
                </a:solidFill>
                <a:effectLst/>
                <a:latin typeface="Ronzino" pitchFamily="50" charset="0"/>
                <a:ea typeface="Aptos" panose="020B0004020202020204" pitchFamily="34" charset="0"/>
                <a:cs typeface="Times New Roman" panose="02020603050405020304" pitchFamily="18" charset="0"/>
              </a:rPr>
              <a:t>Fondo Scuro Principale</a:t>
            </a:r>
          </a:p>
          <a:p>
            <a:pPr>
              <a:lnSpc>
                <a:spcPct val="107000"/>
              </a:lnSpc>
              <a:spcAft>
                <a:spcPts val="800"/>
              </a:spcAft>
              <a:buNone/>
            </a:pPr>
            <a:r>
              <a:rPr lang="it-IT" sz="1400" b="1" kern="100">
                <a:solidFill>
                  <a:srgbClr val="F8F5F2"/>
                </a:solidFill>
                <a:latin typeface="Ronzino" pitchFamily="50" charset="0"/>
                <a:ea typeface="Aptos" panose="020B0004020202020204" pitchFamily="34" charset="0"/>
                <a:cs typeface="Times New Roman" panose="02020603050405020304" pitchFamily="18" charset="0"/>
              </a:rPr>
              <a:t>R248 V245 B242</a:t>
            </a:r>
          </a:p>
          <a:p>
            <a:pPr>
              <a:lnSpc>
                <a:spcPct val="107000"/>
              </a:lnSpc>
              <a:spcAft>
                <a:spcPts val="800"/>
              </a:spcAft>
              <a:buNone/>
            </a:pPr>
            <a:r>
              <a:rPr lang="it-IT" sz="1400" b="1" kern="100">
                <a:solidFill>
                  <a:srgbClr val="F8F5F2"/>
                </a:solidFill>
                <a:effectLst/>
                <a:latin typeface="Ronzino" pitchFamily="50" charset="0"/>
                <a:ea typeface="Aptos" panose="020B0004020202020204" pitchFamily="34" charset="0"/>
                <a:cs typeface="Times New Roman" panose="02020603050405020304" pitchFamily="18" charset="0"/>
              </a:rPr>
              <a:t>#F8F5F2</a:t>
            </a:r>
            <a:endParaRPr lang="it-IT" sz="1400" kern="100">
              <a:solidFill>
                <a:srgbClr val="F8F5F2"/>
              </a:solidFill>
              <a:effectLst/>
              <a:latin typeface="Ronzino" pitchFamily="50" charset="0"/>
              <a:ea typeface="Aptos" panose="020B0004020202020204" pitchFamily="34" charset="0"/>
              <a:cs typeface="Times New Roman" panose="02020603050405020304" pitchFamily="18" charset="0"/>
            </a:endParaRPr>
          </a:p>
        </p:txBody>
      </p:sp>
      <p:sp>
        <p:nvSpPr>
          <p:cNvPr id="26" name="CasellaDiTesto 15">
            <a:extLst>
              <a:ext uri="{FF2B5EF4-FFF2-40B4-BE49-F238E27FC236}">
                <a16:creationId xmlns:a16="http://schemas.microsoft.com/office/drawing/2014/main" id="{DCA2214F-E4E0-0689-8619-2F52A464F0E9}"/>
              </a:ext>
            </a:extLst>
          </p:cNvPr>
          <p:cNvSpPr txBox="1"/>
          <p:nvPr/>
        </p:nvSpPr>
        <p:spPr>
          <a:xfrm>
            <a:off x="4254921" y="5586118"/>
            <a:ext cx="3331282" cy="983026"/>
          </a:xfrm>
          <a:prstGeom prst="rect">
            <a:avLst/>
          </a:prstGeom>
          <a:noFill/>
        </p:spPr>
        <p:txBody>
          <a:bodyPr wrap="square">
            <a:spAutoFit/>
          </a:bodyPr>
          <a:lstStyle/>
          <a:p>
            <a:pPr>
              <a:lnSpc>
                <a:spcPct val="107000"/>
              </a:lnSpc>
              <a:spcAft>
                <a:spcPts val="800"/>
              </a:spcAft>
              <a:buNone/>
            </a:pPr>
            <a:r>
              <a:rPr lang="it-IT" sz="1400" b="1" kern="100">
                <a:solidFill>
                  <a:srgbClr val="75FF9E"/>
                </a:solidFill>
                <a:effectLst/>
                <a:latin typeface="Ronzino" pitchFamily="50" charset="0"/>
                <a:ea typeface="Aptos" panose="020B0004020202020204" pitchFamily="34" charset="0"/>
                <a:cs typeface="Times New Roman" panose="02020603050405020304" pitchFamily="18" charset="0"/>
              </a:rPr>
              <a:t>Verde  chiaro secondario</a:t>
            </a:r>
          </a:p>
          <a:p>
            <a:pPr>
              <a:lnSpc>
                <a:spcPct val="107000"/>
              </a:lnSpc>
              <a:spcAft>
                <a:spcPts val="800"/>
              </a:spcAft>
              <a:buNone/>
            </a:pPr>
            <a:r>
              <a:rPr lang="it-IT" sz="1400" b="1" kern="100">
                <a:solidFill>
                  <a:srgbClr val="75FF9E"/>
                </a:solidFill>
                <a:latin typeface="Ronzino" pitchFamily="50" charset="0"/>
                <a:ea typeface="Aptos" panose="020B0004020202020204" pitchFamily="34" charset="0"/>
                <a:cs typeface="Times New Roman" panose="02020603050405020304" pitchFamily="18" charset="0"/>
              </a:rPr>
              <a:t>R117 V255 B158</a:t>
            </a:r>
          </a:p>
          <a:p>
            <a:pPr>
              <a:lnSpc>
                <a:spcPct val="107000"/>
              </a:lnSpc>
              <a:spcAft>
                <a:spcPts val="800"/>
              </a:spcAft>
              <a:buNone/>
            </a:pPr>
            <a:r>
              <a:rPr lang="it-IT" sz="1400" b="1" kern="100">
                <a:solidFill>
                  <a:srgbClr val="75FF9E"/>
                </a:solidFill>
                <a:effectLst/>
                <a:latin typeface="Ronzino" pitchFamily="50" charset="0"/>
                <a:ea typeface="Aptos" panose="020B0004020202020204" pitchFamily="34" charset="0"/>
                <a:cs typeface="Times New Roman" panose="02020603050405020304" pitchFamily="18" charset="0"/>
              </a:rPr>
              <a:t>#75FF9E</a:t>
            </a:r>
            <a:endParaRPr lang="it-IT" sz="1400" kern="100">
              <a:solidFill>
                <a:srgbClr val="75FF9E"/>
              </a:solidFill>
              <a:effectLst/>
              <a:latin typeface="Ronzino" pitchFamily="50" charset="0"/>
              <a:ea typeface="Aptos" panose="020B0004020202020204" pitchFamily="34" charset="0"/>
              <a:cs typeface="Times New Roman" panose="02020603050405020304" pitchFamily="18" charset="0"/>
            </a:endParaRPr>
          </a:p>
        </p:txBody>
      </p:sp>
      <p:sp>
        <p:nvSpPr>
          <p:cNvPr id="28" name="CasellaDiTesto 17">
            <a:extLst>
              <a:ext uri="{FF2B5EF4-FFF2-40B4-BE49-F238E27FC236}">
                <a16:creationId xmlns:a16="http://schemas.microsoft.com/office/drawing/2014/main" id="{3D62A79F-88E0-B73A-58E2-14A676ABA524}"/>
              </a:ext>
            </a:extLst>
          </p:cNvPr>
          <p:cNvSpPr txBox="1"/>
          <p:nvPr/>
        </p:nvSpPr>
        <p:spPr>
          <a:xfrm>
            <a:off x="6596030" y="5586118"/>
            <a:ext cx="3331282" cy="983026"/>
          </a:xfrm>
          <a:prstGeom prst="rect">
            <a:avLst/>
          </a:prstGeom>
          <a:noFill/>
        </p:spPr>
        <p:txBody>
          <a:bodyPr wrap="square">
            <a:spAutoFit/>
          </a:bodyPr>
          <a:lstStyle/>
          <a:p>
            <a:pPr>
              <a:lnSpc>
                <a:spcPct val="107000"/>
              </a:lnSpc>
              <a:spcAft>
                <a:spcPts val="800"/>
              </a:spcAft>
              <a:buNone/>
            </a:pPr>
            <a:r>
              <a:rPr lang="it-IT" sz="1400" b="1" kern="100">
                <a:solidFill>
                  <a:srgbClr val="66785C"/>
                </a:solidFill>
                <a:effectLst/>
                <a:latin typeface="Ronzino" pitchFamily="50" charset="0"/>
                <a:ea typeface="Aptos" panose="020B0004020202020204" pitchFamily="34" charset="0"/>
                <a:cs typeface="Times New Roman" panose="02020603050405020304" pitchFamily="18" charset="0"/>
              </a:rPr>
              <a:t>Verde Scuro Secondario</a:t>
            </a:r>
          </a:p>
          <a:p>
            <a:pPr>
              <a:lnSpc>
                <a:spcPct val="107000"/>
              </a:lnSpc>
              <a:spcAft>
                <a:spcPts val="800"/>
              </a:spcAft>
              <a:buNone/>
            </a:pPr>
            <a:r>
              <a:rPr lang="it-IT" sz="1400" b="1" kern="100">
                <a:solidFill>
                  <a:srgbClr val="66785C"/>
                </a:solidFill>
                <a:latin typeface="Ronzino" pitchFamily="50" charset="0"/>
                <a:ea typeface="Aptos" panose="020B0004020202020204" pitchFamily="34" charset="0"/>
                <a:cs typeface="Times New Roman" panose="02020603050405020304" pitchFamily="18" charset="0"/>
              </a:rPr>
              <a:t>R102 V120 B92</a:t>
            </a:r>
          </a:p>
          <a:p>
            <a:pPr>
              <a:lnSpc>
                <a:spcPct val="107000"/>
              </a:lnSpc>
              <a:spcAft>
                <a:spcPts val="800"/>
              </a:spcAft>
              <a:buNone/>
            </a:pPr>
            <a:r>
              <a:rPr lang="it-IT" sz="1400" b="1" kern="100">
                <a:solidFill>
                  <a:srgbClr val="66785C"/>
                </a:solidFill>
                <a:effectLst/>
                <a:latin typeface="Ronzino" pitchFamily="50" charset="0"/>
                <a:ea typeface="Aptos" panose="020B0004020202020204" pitchFamily="34" charset="0"/>
                <a:cs typeface="Times New Roman" panose="02020603050405020304" pitchFamily="18" charset="0"/>
              </a:rPr>
              <a:t>#66785C</a:t>
            </a:r>
            <a:endParaRPr lang="it-IT" sz="1400" kern="100">
              <a:solidFill>
                <a:srgbClr val="66785C"/>
              </a:solidFill>
              <a:effectLst/>
              <a:latin typeface="Ronzino" pitchFamily="50" charset="0"/>
              <a:ea typeface="Aptos" panose="020B0004020202020204" pitchFamily="34" charset="0"/>
              <a:cs typeface="Times New Roman" panose="02020603050405020304" pitchFamily="18" charset="0"/>
            </a:endParaRPr>
          </a:p>
        </p:txBody>
      </p:sp>
      <p:sp>
        <p:nvSpPr>
          <p:cNvPr id="31" name="CasellaDiTesto 20">
            <a:extLst>
              <a:ext uri="{FF2B5EF4-FFF2-40B4-BE49-F238E27FC236}">
                <a16:creationId xmlns:a16="http://schemas.microsoft.com/office/drawing/2014/main" id="{1D4A6026-2924-AB63-3546-C803AFA8124B}"/>
              </a:ext>
            </a:extLst>
          </p:cNvPr>
          <p:cNvSpPr txBox="1"/>
          <p:nvPr/>
        </p:nvSpPr>
        <p:spPr>
          <a:xfrm>
            <a:off x="9125059" y="5572148"/>
            <a:ext cx="3331282" cy="983026"/>
          </a:xfrm>
          <a:prstGeom prst="rect">
            <a:avLst/>
          </a:prstGeom>
          <a:noFill/>
        </p:spPr>
        <p:txBody>
          <a:bodyPr wrap="square">
            <a:spAutoFit/>
          </a:bodyPr>
          <a:lstStyle/>
          <a:p>
            <a:pPr>
              <a:lnSpc>
                <a:spcPct val="107000"/>
              </a:lnSpc>
              <a:spcAft>
                <a:spcPts val="800"/>
              </a:spcAft>
              <a:buNone/>
            </a:pPr>
            <a:r>
              <a:rPr lang="it-IT" sz="1400" b="1" kern="100">
                <a:solidFill>
                  <a:srgbClr val="70786E"/>
                </a:solidFill>
                <a:effectLst/>
                <a:latin typeface="Ronzino" pitchFamily="50" charset="0"/>
                <a:ea typeface="Aptos" panose="020B0004020202020204" pitchFamily="34" charset="0"/>
                <a:cs typeface="Times New Roman" panose="02020603050405020304" pitchFamily="18" charset="0"/>
              </a:rPr>
              <a:t>Grigio Secondario</a:t>
            </a:r>
          </a:p>
          <a:p>
            <a:pPr>
              <a:lnSpc>
                <a:spcPct val="107000"/>
              </a:lnSpc>
              <a:spcAft>
                <a:spcPts val="800"/>
              </a:spcAft>
              <a:buNone/>
            </a:pPr>
            <a:r>
              <a:rPr lang="it-IT" sz="1400" b="1" kern="100">
                <a:solidFill>
                  <a:srgbClr val="70786E"/>
                </a:solidFill>
                <a:latin typeface="Ronzino" pitchFamily="50" charset="0"/>
                <a:ea typeface="Aptos" panose="020B0004020202020204" pitchFamily="34" charset="0"/>
                <a:cs typeface="Times New Roman" panose="02020603050405020304" pitchFamily="18" charset="0"/>
              </a:rPr>
              <a:t>R112 V120 B110</a:t>
            </a:r>
          </a:p>
          <a:p>
            <a:pPr>
              <a:lnSpc>
                <a:spcPct val="107000"/>
              </a:lnSpc>
              <a:spcAft>
                <a:spcPts val="800"/>
              </a:spcAft>
              <a:buNone/>
            </a:pPr>
            <a:r>
              <a:rPr lang="it-IT" sz="1400" b="1" kern="100">
                <a:solidFill>
                  <a:srgbClr val="70786E"/>
                </a:solidFill>
                <a:effectLst/>
                <a:latin typeface="Ronzino" pitchFamily="50" charset="0"/>
                <a:ea typeface="Aptos" panose="020B0004020202020204" pitchFamily="34" charset="0"/>
                <a:cs typeface="Times New Roman" panose="02020603050405020304" pitchFamily="18" charset="0"/>
              </a:rPr>
              <a:t>#70786E</a:t>
            </a:r>
            <a:endParaRPr lang="it-IT" sz="1400" kern="100">
              <a:solidFill>
                <a:srgbClr val="70786E"/>
              </a:solidFill>
              <a:effectLst/>
              <a:latin typeface="Ronzino" pitchFamily="50" charset="0"/>
              <a:ea typeface="Aptos" panose="020B0004020202020204" pitchFamily="34" charset="0"/>
              <a:cs typeface="Times New Roman" panose="02020603050405020304" pitchFamily="18" charset="0"/>
            </a:endParaRPr>
          </a:p>
        </p:txBody>
      </p:sp>
      <p:sp>
        <p:nvSpPr>
          <p:cNvPr id="32" name="CasellaDiTesto 21">
            <a:extLst>
              <a:ext uri="{FF2B5EF4-FFF2-40B4-BE49-F238E27FC236}">
                <a16:creationId xmlns:a16="http://schemas.microsoft.com/office/drawing/2014/main" id="{716919C2-341A-F17E-B368-FE5632060C48}"/>
              </a:ext>
            </a:extLst>
          </p:cNvPr>
          <p:cNvSpPr txBox="1"/>
          <p:nvPr/>
        </p:nvSpPr>
        <p:spPr>
          <a:xfrm>
            <a:off x="1454926" y="8069518"/>
            <a:ext cx="3331282" cy="983026"/>
          </a:xfrm>
          <a:prstGeom prst="rect">
            <a:avLst/>
          </a:prstGeom>
          <a:noFill/>
        </p:spPr>
        <p:txBody>
          <a:bodyPr wrap="square">
            <a:spAutoFit/>
          </a:bodyPr>
          <a:lstStyle/>
          <a:p>
            <a:pPr>
              <a:lnSpc>
                <a:spcPct val="107000"/>
              </a:lnSpc>
              <a:spcAft>
                <a:spcPts val="800"/>
              </a:spcAft>
              <a:buNone/>
            </a:pPr>
            <a:r>
              <a:rPr lang="it-IT" sz="1400" b="1" kern="100">
                <a:solidFill>
                  <a:schemeClr val="bg1"/>
                </a:solidFill>
                <a:effectLst/>
                <a:latin typeface="Ronzino" pitchFamily="50" charset="0"/>
                <a:ea typeface="Aptos" panose="020B0004020202020204" pitchFamily="34" charset="0"/>
                <a:cs typeface="Times New Roman" panose="02020603050405020304" pitchFamily="18" charset="0"/>
              </a:rPr>
              <a:t>Fondo Scuro Principale</a:t>
            </a:r>
          </a:p>
          <a:p>
            <a:pPr>
              <a:lnSpc>
                <a:spcPct val="107000"/>
              </a:lnSpc>
              <a:spcAft>
                <a:spcPts val="800"/>
              </a:spcAft>
              <a:buNone/>
            </a:pPr>
            <a:r>
              <a:rPr lang="it-IT" sz="1400" b="1" kern="100">
                <a:solidFill>
                  <a:schemeClr val="bg1"/>
                </a:solidFill>
                <a:latin typeface="Ronzino" pitchFamily="50" charset="0"/>
                <a:ea typeface="Aptos" panose="020B0004020202020204" pitchFamily="34" charset="0"/>
                <a:cs typeface="Times New Roman" panose="02020603050405020304" pitchFamily="18" charset="0"/>
              </a:rPr>
              <a:t>R255 V255 B255</a:t>
            </a:r>
          </a:p>
          <a:p>
            <a:pPr>
              <a:lnSpc>
                <a:spcPct val="107000"/>
              </a:lnSpc>
              <a:spcAft>
                <a:spcPts val="800"/>
              </a:spcAft>
              <a:buNone/>
            </a:pPr>
            <a:r>
              <a:rPr lang="it-IT" sz="1400" b="1" kern="100">
                <a:solidFill>
                  <a:schemeClr val="bg1"/>
                </a:solidFill>
                <a:effectLst/>
                <a:latin typeface="Ronzino" pitchFamily="50" charset="0"/>
                <a:ea typeface="Aptos" panose="020B0004020202020204" pitchFamily="34" charset="0"/>
                <a:cs typeface="Times New Roman" panose="02020603050405020304" pitchFamily="18" charset="0"/>
              </a:rPr>
              <a:t>#FFFFFF</a:t>
            </a:r>
            <a:endParaRPr lang="it-IT" sz="1400" kern="100">
              <a:solidFill>
                <a:schemeClr val="bg1"/>
              </a:solidFill>
              <a:effectLst/>
              <a:latin typeface="Ronzino" pitchFamily="50" charset="0"/>
              <a:ea typeface="Aptos" panose="020B0004020202020204" pitchFamily="34" charset="0"/>
              <a:cs typeface="Times New Roman" panose="02020603050405020304" pitchFamily="18" charset="0"/>
            </a:endParaRPr>
          </a:p>
        </p:txBody>
      </p:sp>
      <p:sp>
        <p:nvSpPr>
          <p:cNvPr id="34" name="CasellaDiTesto 23">
            <a:extLst>
              <a:ext uri="{FF2B5EF4-FFF2-40B4-BE49-F238E27FC236}">
                <a16:creationId xmlns:a16="http://schemas.microsoft.com/office/drawing/2014/main" id="{15D259E3-D010-1BC1-273A-E42622119589}"/>
              </a:ext>
            </a:extLst>
          </p:cNvPr>
          <p:cNvSpPr txBox="1"/>
          <p:nvPr/>
        </p:nvSpPr>
        <p:spPr>
          <a:xfrm>
            <a:off x="4307289" y="8042880"/>
            <a:ext cx="3331282" cy="983026"/>
          </a:xfrm>
          <a:prstGeom prst="rect">
            <a:avLst/>
          </a:prstGeom>
          <a:noFill/>
        </p:spPr>
        <p:txBody>
          <a:bodyPr wrap="square">
            <a:spAutoFit/>
          </a:bodyPr>
          <a:lstStyle/>
          <a:p>
            <a:pPr>
              <a:lnSpc>
                <a:spcPct val="107000"/>
              </a:lnSpc>
              <a:spcAft>
                <a:spcPts val="800"/>
              </a:spcAft>
              <a:buNone/>
            </a:pPr>
            <a:r>
              <a:rPr lang="it-IT" sz="1400" b="1" kern="100">
                <a:solidFill>
                  <a:srgbClr val="D1FFDF"/>
                </a:solidFill>
                <a:effectLst/>
                <a:latin typeface="Ronzino" pitchFamily="50" charset="0"/>
                <a:ea typeface="Aptos" panose="020B0004020202020204" pitchFamily="34" charset="0"/>
                <a:cs typeface="Times New Roman" panose="02020603050405020304" pitchFamily="18" charset="0"/>
              </a:rPr>
              <a:t>Verde </a:t>
            </a:r>
            <a:r>
              <a:rPr lang="it-IT" sz="1400" b="1" kern="100">
                <a:solidFill>
                  <a:srgbClr val="D1FFDF"/>
                </a:solidFill>
                <a:latin typeface="Ronzino" pitchFamily="50" charset="0"/>
                <a:ea typeface="Aptos" panose="020B0004020202020204" pitchFamily="34" charset="0"/>
                <a:cs typeface="Times New Roman" panose="02020603050405020304" pitchFamily="18" charset="0"/>
              </a:rPr>
              <a:t>chiaro terzo</a:t>
            </a:r>
            <a:endParaRPr lang="it-IT" sz="1400" b="1" kern="100">
              <a:solidFill>
                <a:srgbClr val="D1FFDF"/>
              </a:solidFill>
              <a:effectLst/>
              <a:latin typeface="Ronzino" pitchFamily="50" charset="0"/>
              <a:ea typeface="Aptos" panose="020B0004020202020204" pitchFamily="34" charset="0"/>
              <a:cs typeface="Times New Roman" panose="02020603050405020304" pitchFamily="18" charset="0"/>
            </a:endParaRPr>
          </a:p>
          <a:p>
            <a:pPr>
              <a:lnSpc>
                <a:spcPct val="107000"/>
              </a:lnSpc>
              <a:spcAft>
                <a:spcPts val="800"/>
              </a:spcAft>
              <a:buNone/>
            </a:pPr>
            <a:r>
              <a:rPr lang="it-IT" sz="1400" b="1" kern="100">
                <a:solidFill>
                  <a:srgbClr val="D1FFDF"/>
                </a:solidFill>
                <a:latin typeface="Ronzino" pitchFamily="50" charset="0"/>
                <a:ea typeface="Aptos" panose="020B0004020202020204" pitchFamily="34" charset="0"/>
                <a:cs typeface="Times New Roman" panose="02020603050405020304" pitchFamily="18" charset="0"/>
              </a:rPr>
              <a:t>R209 V255 B223</a:t>
            </a:r>
          </a:p>
          <a:p>
            <a:pPr>
              <a:lnSpc>
                <a:spcPct val="107000"/>
              </a:lnSpc>
              <a:spcAft>
                <a:spcPts val="800"/>
              </a:spcAft>
              <a:buNone/>
            </a:pPr>
            <a:r>
              <a:rPr lang="it-IT" sz="1400" b="1" kern="100">
                <a:solidFill>
                  <a:srgbClr val="D1FFDF"/>
                </a:solidFill>
                <a:effectLst/>
                <a:latin typeface="Ronzino" pitchFamily="50" charset="0"/>
                <a:ea typeface="Aptos" panose="020B0004020202020204" pitchFamily="34" charset="0"/>
                <a:cs typeface="Times New Roman" panose="02020603050405020304" pitchFamily="18" charset="0"/>
              </a:rPr>
              <a:t>#D1FFDF</a:t>
            </a:r>
            <a:endParaRPr lang="it-IT" sz="1400" kern="100">
              <a:solidFill>
                <a:srgbClr val="D1FFDF"/>
              </a:solidFill>
              <a:effectLst/>
              <a:latin typeface="Ronzino" pitchFamily="50" charset="0"/>
              <a:ea typeface="Aptos" panose="020B0004020202020204" pitchFamily="34" charset="0"/>
              <a:cs typeface="Times New Roman" panose="02020603050405020304" pitchFamily="18" charset="0"/>
            </a:endParaRPr>
          </a:p>
        </p:txBody>
      </p:sp>
      <p:sp>
        <p:nvSpPr>
          <p:cNvPr id="36" name="CasellaDiTesto 25">
            <a:extLst>
              <a:ext uri="{FF2B5EF4-FFF2-40B4-BE49-F238E27FC236}">
                <a16:creationId xmlns:a16="http://schemas.microsoft.com/office/drawing/2014/main" id="{BF41F8F3-9147-3DAC-C67A-374A758CBD16}"/>
              </a:ext>
            </a:extLst>
          </p:cNvPr>
          <p:cNvSpPr txBox="1"/>
          <p:nvPr/>
        </p:nvSpPr>
        <p:spPr>
          <a:xfrm>
            <a:off x="6576700" y="8009336"/>
            <a:ext cx="3331282" cy="983026"/>
          </a:xfrm>
          <a:prstGeom prst="rect">
            <a:avLst/>
          </a:prstGeom>
          <a:noFill/>
        </p:spPr>
        <p:txBody>
          <a:bodyPr wrap="square">
            <a:spAutoFit/>
          </a:bodyPr>
          <a:lstStyle/>
          <a:p>
            <a:pPr>
              <a:lnSpc>
                <a:spcPct val="107000"/>
              </a:lnSpc>
              <a:spcAft>
                <a:spcPts val="800"/>
              </a:spcAft>
              <a:buNone/>
            </a:pPr>
            <a:r>
              <a:rPr lang="it-IT" sz="1400" b="1" kern="100">
                <a:solidFill>
                  <a:srgbClr val="7C8776"/>
                </a:solidFill>
                <a:effectLst/>
                <a:latin typeface="Ronzino" pitchFamily="50" charset="0"/>
                <a:ea typeface="Aptos" panose="020B0004020202020204" pitchFamily="34" charset="0"/>
                <a:cs typeface="Times New Roman" panose="02020603050405020304" pitchFamily="18" charset="0"/>
              </a:rPr>
              <a:t>Verde scuro Secondario</a:t>
            </a:r>
          </a:p>
          <a:p>
            <a:pPr>
              <a:lnSpc>
                <a:spcPct val="107000"/>
              </a:lnSpc>
              <a:spcAft>
                <a:spcPts val="800"/>
              </a:spcAft>
              <a:buNone/>
            </a:pPr>
            <a:r>
              <a:rPr lang="it-IT" sz="1400" b="1" kern="100">
                <a:solidFill>
                  <a:srgbClr val="7C8776"/>
                </a:solidFill>
                <a:latin typeface="Ronzino" pitchFamily="50" charset="0"/>
                <a:ea typeface="Aptos" panose="020B0004020202020204" pitchFamily="34" charset="0"/>
                <a:cs typeface="Times New Roman" panose="02020603050405020304" pitchFamily="18" charset="0"/>
              </a:rPr>
              <a:t>R124 V135 B118</a:t>
            </a:r>
          </a:p>
          <a:p>
            <a:pPr>
              <a:lnSpc>
                <a:spcPct val="107000"/>
              </a:lnSpc>
              <a:spcAft>
                <a:spcPts val="800"/>
              </a:spcAft>
              <a:buNone/>
            </a:pPr>
            <a:r>
              <a:rPr lang="it-IT" sz="1400" b="1" kern="100">
                <a:solidFill>
                  <a:srgbClr val="7C8776"/>
                </a:solidFill>
                <a:effectLst/>
                <a:latin typeface="Ronzino" pitchFamily="50" charset="0"/>
                <a:ea typeface="Aptos" panose="020B0004020202020204" pitchFamily="34" charset="0"/>
                <a:cs typeface="Times New Roman" panose="02020603050405020304" pitchFamily="18" charset="0"/>
              </a:rPr>
              <a:t>#7C8776</a:t>
            </a:r>
            <a:endParaRPr lang="it-IT" sz="1400" kern="100">
              <a:solidFill>
                <a:srgbClr val="7C8776"/>
              </a:solidFill>
              <a:effectLst/>
              <a:latin typeface="Ronzino" pitchFamily="50" charset="0"/>
              <a:ea typeface="Aptos" panose="020B0004020202020204" pitchFamily="34" charset="0"/>
              <a:cs typeface="Times New Roman" panose="02020603050405020304" pitchFamily="18" charset="0"/>
            </a:endParaRPr>
          </a:p>
        </p:txBody>
      </p:sp>
      <p:sp>
        <p:nvSpPr>
          <p:cNvPr id="39" name="CasellaDiTesto 28">
            <a:extLst>
              <a:ext uri="{FF2B5EF4-FFF2-40B4-BE49-F238E27FC236}">
                <a16:creationId xmlns:a16="http://schemas.microsoft.com/office/drawing/2014/main" id="{B551714E-EA6C-17F0-3571-7F59CB6F9CA7}"/>
              </a:ext>
            </a:extLst>
          </p:cNvPr>
          <p:cNvSpPr txBox="1"/>
          <p:nvPr/>
        </p:nvSpPr>
        <p:spPr>
          <a:xfrm>
            <a:off x="9105729" y="7995366"/>
            <a:ext cx="3331282" cy="982577"/>
          </a:xfrm>
          <a:prstGeom prst="rect">
            <a:avLst/>
          </a:prstGeom>
          <a:noFill/>
        </p:spPr>
        <p:txBody>
          <a:bodyPr wrap="square">
            <a:spAutoFit/>
          </a:bodyPr>
          <a:lstStyle/>
          <a:p>
            <a:pPr>
              <a:lnSpc>
                <a:spcPct val="107000"/>
              </a:lnSpc>
              <a:spcAft>
                <a:spcPts val="800"/>
              </a:spcAft>
              <a:buNone/>
            </a:pPr>
            <a:r>
              <a:rPr lang="it-IT" sz="1400" b="1" kern="100">
                <a:solidFill>
                  <a:srgbClr val="7E857C"/>
                </a:solidFill>
                <a:latin typeface="Ronzino" pitchFamily="50" charset="0"/>
                <a:ea typeface="Aptos" panose="020B0004020202020204" pitchFamily="34" charset="0"/>
                <a:cs typeface="Times New Roman" panose="02020603050405020304" pitchFamily="18" charset="0"/>
              </a:rPr>
              <a:t>Grigio scuro terziario</a:t>
            </a:r>
            <a:endParaRPr lang="it-IT" sz="1400" b="1" kern="100">
              <a:solidFill>
                <a:srgbClr val="7E857C"/>
              </a:solidFill>
              <a:effectLst/>
              <a:latin typeface="Ronzino" pitchFamily="50" charset="0"/>
              <a:ea typeface="Aptos" panose="020B0004020202020204" pitchFamily="34" charset="0"/>
              <a:cs typeface="Times New Roman" panose="02020603050405020304" pitchFamily="18" charset="0"/>
            </a:endParaRPr>
          </a:p>
          <a:p>
            <a:pPr>
              <a:lnSpc>
                <a:spcPct val="107000"/>
              </a:lnSpc>
              <a:spcAft>
                <a:spcPts val="800"/>
              </a:spcAft>
              <a:buNone/>
            </a:pPr>
            <a:r>
              <a:rPr lang="it-IT" sz="1400" b="1" kern="100">
                <a:solidFill>
                  <a:srgbClr val="7E857C"/>
                </a:solidFill>
                <a:latin typeface="Ronzino" pitchFamily="50" charset="0"/>
                <a:ea typeface="Aptos" panose="020B0004020202020204" pitchFamily="34" charset="0"/>
                <a:cs typeface="Times New Roman" panose="02020603050405020304" pitchFamily="18" charset="0"/>
              </a:rPr>
              <a:t>R126 V133 B124</a:t>
            </a:r>
          </a:p>
          <a:p>
            <a:pPr>
              <a:lnSpc>
                <a:spcPct val="107000"/>
              </a:lnSpc>
              <a:spcAft>
                <a:spcPts val="800"/>
              </a:spcAft>
              <a:buNone/>
            </a:pPr>
            <a:r>
              <a:rPr lang="it-IT" sz="1400" b="1" kern="100">
                <a:solidFill>
                  <a:srgbClr val="7E857C"/>
                </a:solidFill>
                <a:effectLst/>
                <a:latin typeface="Ronzino" pitchFamily="50" charset="0"/>
                <a:ea typeface="Aptos" panose="020B0004020202020204" pitchFamily="34" charset="0"/>
                <a:cs typeface="Times New Roman" panose="02020603050405020304" pitchFamily="18" charset="0"/>
              </a:rPr>
              <a:t>#7E857C</a:t>
            </a:r>
            <a:endParaRPr lang="it-IT" sz="1400" kern="100">
              <a:solidFill>
                <a:srgbClr val="7E857C"/>
              </a:solidFill>
              <a:effectLst/>
              <a:latin typeface="Ronzino" pitchFamily="50" charset="0"/>
              <a:ea typeface="Aptos" panose="020B0004020202020204" pitchFamily="34" charset="0"/>
              <a:cs typeface="Times New Roman" panose="02020603050405020304" pitchFamily="18" charset="0"/>
            </a:endParaRPr>
          </a:p>
        </p:txBody>
      </p:sp>
      <p:sp>
        <p:nvSpPr>
          <p:cNvPr id="40" name="CasellaDiTesto 31">
            <a:extLst>
              <a:ext uri="{FF2B5EF4-FFF2-40B4-BE49-F238E27FC236}">
                <a16:creationId xmlns:a16="http://schemas.microsoft.com/office/drawing/2014/main" id="{981153E7-7D4D-48A5-228C-231BF3F2860E}"/>
              </a:ext>
            </a:extLst>
          </p:cNvPr>
          <p:cNvSpPr txBox="1"/>
          <p:nvPr/>
        </p:nvSpPr>
        <p:spPr>
          <a:xfrm>
            <a:off x="11828572" y="7580313"/>
            <a:ext cx="5965398" cy="1241878"/>
          </a:xfrm>
          <a:prstGeom prst="rect">
            <a:avLst/>
          </a:prstGeom>
          <a:noFill/>
        </p:spPr>
        <p:txBody>
          <a:bodyPr wrap="square">
            <a:spAutoFit/>
          </a:bodyPr>
          <a:lstStyle/>
          <a:p>
            <a:pPr>
              <a:lnSpc>
                <a:spcPct val="107000"/>
              </a:lnSpc>
              <a:spcAft>
                <a:spcPts val="800"/>
              </a:spcAft>
              <a:buNone/>
            </a:pPr>
            <a:r>
              <a:rPr lang="it-IT" sz="1600" kern="100">
                <a:solidFill>
                  <a:srgbClr val="231F20"/>
                </a:solidFill>
                <a:latin typeface="Ronzino" pitchFamily="50" charset="0"/>
                <a:cs typeface="Times New Roman" panose="02020603050405020304" pitchFamily="18" charset="0"/>
              </a:rPr>
              <a:t>La palette colori principale di EETRA unifica il brand attraverso contenuti e canali.</a:t>
            </a:r>
          </a:p>
          <a:p>
            <a:pPr>
              <a:lnSpc>
                <a:spcPct val="107000"/>
              </a:lnSpc>
              <a:spcAft>
                <a:spcPts val="800"/>
              </a:spcAft>
              <a:buNone/>
            </a:pPr>
            <a:r>
              <a:rPr lang="it-IT" sz="1600" kern="100">
                <a:solidFill>
                  <a:srgbClr val="231F20"/>
                </a:solidFill>
                <a:latin typeface="Ronzino" pitchFamily="50" charset="0"/>
                <a:cs typeface="Times New Roman" panose="02020603050405020304" pitchFamily="18" charset="0"/>
              </a:rPr>
              <a:t>L’abbinamento tra il verde e il grigio esprimono i valori di trasparenza e istituzionalità di EETRA.</a:t>
            </a:r>
          </a:p>
        </p:txBody>
      </p:sp>
      <p:sp>
        <p:nvSpPr>
          <p:cNvPr id="3" name="Rettangolo 2">
            <a:extLst>
              <a:ext uri="{FF2B5EF4-FFF2-40B4-BE49-F238E27FC236}">
                <a16:creationId xmlns:a16="http://schemas.microsoft.com/office/drawing/2014/main" id="{23A9FC6B-4787-73E0-7BBC-0BE5239A0FE7}"/>
              </a:ext>
            </a:extLst>
          </p:cNvPr>
          <p:cNvSpPr/>
          <p:nvPr/>
        </p:nvSpPr>
        <p:spPr>
          <a:xfrm>
            <a:off x="1446902" y="1792392"/>
            <a:ext cx="1180800" cy="1178850"/>
          </a:xfrm>
          <a:prstGeom prst="rect">
            <a:avLst/>
          </a:prstGeom>
          <a:solidFill>
            <a:srgbClr val="231F20"/>
          </a:solidFill>
          <a:ln>
            <a:solidFill>
              <a:srgbClr val="231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9705CA2C-9758-E929-8DCB-418A5A62878D}"/>
              </a:ext>
            </a:extLst>
          </p:cNvPr>
          <p:cNvSpPr/>
          <p:nvPr/>
        </p:nvSpPr>
        <p:spPr>
          <a:xfrm>
            <a:off x="4258555" y="1802235"/>
            <a:ext cx="1180800" cy="1178850"/>
          </a:xfrm>
          <a:prstGeom prst="rect">
            <a:avLst/>
          </a:prstGeom>
          <a:solidFill>
            <a:srgbClr val="33B24A"/>
          </a:solidFill>
          <a:ln>
            <a:solidFill>
              <a:srgbClr val="33B2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080CFD9E-86AA-6754-C574-8DC9021C4186}"/>
              </a:ext>
            </a:extLst>
          </p:cNvPr>
          <p:cNvSpPr/>
          <p:nvPr/>
        </p:nvSpPr>
        <p:spPr>
          <a:xfrm>
            <a:off x="6680733" y="1802235"/>
            <a:ext cx="1180800" cy="1178850"/>
          </a:xfrm>
          <a:prstGeom prst="rect">
            <a:avLst/>
          </a:prstGeom>
          <a:solidFill>
            <a:srgbClr val="434F3D"/>
          </a:solidFill>
          <a:ln>
            <a:solidFill>
              <a:srgbClr val="434F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F10F996F-C0D1-96BC-1560-0C6F68A0149A}"/>
              </a:ext>
            </a:extLst>
          </p:cNvPr>
          <p:cNvSpPr/>
          <p:nvPr/>
        </p:nvSpPr>
        <p:spPr>
          <a:xfrm>
            <a:off x="9155447" y="1801924"/>
            <a:ext cx="1180800" cy="1178850"/>
          </a:xfrm>
          <a:prstGeom prst="rect">
            <a:avLst/>
          </a:prstGeom>
          <a:solidFill>
            <a:srgbClr val="3D3F3F"/>
          </a:solidFill>
          <a:ln>
            <a:solidFill>
              <a:srgbClr val="3D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Rettangolo 9">
            <a:extLst>
              <a:ext uri="{FF2B5EF4-FFF2-40B4-BE49-F238E27FC236}">
                <a16:creationId xmlns:a16="http://schemas.microsoft.com/office/drawing/2014/main" id="{2ECA92AF-0E56-7C53-00FE-18CE4A984CEC}"/>
              </a:ext>
            </a:extLst>
          </p:cNvPr>
          <p:cNvSpPr/>
          <p:nvPr/>
        </p:nvSpPr>
        <p:spPr>
          <a:xfrm>
            <a:off x="1490258" y="4270509"/>
            <a:ext cx="1180800" cy="1178850"/>
          </a:xfrm>
          <a:prstGeom prst="rect">
            <a:avLst/>
          </a:prstGeom>
          <a:solidFill>
            <a:srgbClr val="F8F5F2"/>
          </a:solidFill>
          <a:ln>
            <a:solidFill>
              <a:srgbClr val="F8F5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a:extLst>
              <a:ext uri="{FF2B5EF4-FFF2-40B4-BE49-F238E27FC236}">
                <a16:creationId xmlns:a16="http://schemas.microsoft.com/office/drawing/2014/main" id="{D1E35211-8064-EE83-1A10-56C451CFBF3D}"/>
              </a:ext>
            </a:extLst>
          </p:cNvPr>
          <p:cNvSpPr/>
          <p:nvPr/>
        </p:nvSpPr>
        <p:spPr>
          <a:xfrm>
            <a:off x="4298344" y="4258555"/>
            <a:ext cx="1180800" cy="1178850"/>
          </a:xfrm>
          <a:prstGeom prst="rect">
            <a:avLst/>
          </a:prstGeom>
          <a:solidFill>
            <a:srgbClr val="75FF9E"/>
          </a:solidFill>
          <a:ln>
            <a:solidFill>
              <a:srgbClr val="75FF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a:extLst>
              <a:ext uri="{FF2B5EF4-FFF2-40B4-BE49-F238E27FC236}">
                <a16:creationId xmlns:a16="http://schemas.microsoft.com/office/drawing/2014/main" id="{BB5A9C7F-172B-0AD8-A589-F9A72965E80A}"/>
              </a:ext>
            </a:extLst>
          </p:cNvPr>
          <p:cNvSpPr/>
          <p:nvPr/>
        </p:nvSpPr>
        <p:spPr>
          <a:xfrm>
            <a:off x="6690233" y="4258555"/>
            <a:ext cx="1180800" cy="1178850"/>
          </a:xfrm>
          <a:prstGeom prst="rect">
            <a:avLst/>
          </a:prstGeom>
          <a:solidFill>
            <a:srgbClr val="66785C"/>
          </a:solidFill>
          <a:ln>
            <a:solidFill>
              <a:srgbClr val="6678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D9938853-6ECA-CAFB-8BC0-BF92A635826B}"/>
              </a:ext>
            </a:extLst>
          </p:cNvPr>
          <p:cNvSpPr/>
          <p:nvPr/>
        </p:nvSpPr>
        <p:spPr>
          <a:xfrm>
            <a:off x="9127671" y="4258555"/>
            <a:ext cx="1180800" cy="1178850"/>
          </a:xfrm>
          <a:prstGeom prst="rect">
            <a:avLst/>
          </a:prstGeom>
          <a:solidFill>
            <a:srgbClr val="70786E"/>
          </a:solidFill>
          <a:ln>
            <a:solidFill>
              <a:srgbClr val="7078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Rettangolo 18">
            <a:extLst>
              <a:ext uri="{FF2B5EF4-FFF2-40B4-BE49-F238E27FC236}">
                <a16:creationId xmlns:a16="http://schemas.microsoft.com/office/drawing/2014/main" id="{E5CB623A-11C7-9377-F9B6-D314869CC94B}"/>
              </a:ext>
            </a:extLst>
          </p:cNvPr>
          <p:cNvSpPr/>
          <p:nvPr/>
        </p:nvSpPr>
        <p:spPr>
          <a:xfrm>
            <a:off x="1478068" y="6723461"/>
            <a:ext cx="1180800" cy="117885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Rettangolo 19">
            <a:extLst>
              <a:ext uri="{FF2B5EF4-FFF2-40B4-BE49-F238E27FC236}">
                <a16:creationId xmlns:a16="http://schemas.microsoft.com/office/drawing/2014/main" id="{CCB62E17-F6D6-3943-56E1-7E72A9883F69}"/>
              </a:ext>
            </a:extLst>
          </p:cNvPr>
          <p:cNvSpPr/>
          <p:nvPr/>
        </p:nvSpPr>
        <p:spPr>
          <a:xfrm>
            <a:off x="4350712" y="6723461"/>
            <a:ext cx="1180800" cy="1178850"/>
          </a:xfrm>
          <a:prstGeom prst="rect">
            <a:avLst/>
          </a:prstGeom>
          <a:solidFill>
            <a:srgbClr val="D1FFDF"/>
          </a:solidFill>
          <a:ln>
            <a:solidFill>
              <a:srgbClr val="D1FF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Rettangolo 20">
            <a:extLst>
              <a:ext uri="{FF2B5EF4-FFF2-40B4-BE49-F238E27FC236}">
                <a16:creationId xmlns:a16="http://schemas.microsoft.com/office/drawing/2014/main" id="{18F05BFC-AAD8-7611-ACAD-C543DC7A733A}"/>
              </a:ext>
            </a:extLst>
          </p:cNvPr>
          <p:cNvSpPr/>
          <p:nvPr/>
        </p:nvSpPr>
        <p:spPr>
          <a:xfrm>
            <a:off x="6705748" y="6689917"/>
            <a:ext cx="1180800" cy="1178850"/>
          </a:xfrm>
          <a:prstGeom prst="rect">
            <a:avLst/>
          </a:prstGeom>
          <a:solidFill>
            <a:srgbClr val="7C8776"/>
          </a:solidFill>
          <a:ln>
            <a:solidFill>
              <a:srgbClr val="7C87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 name="Rettangolo 40">
            <a:extLst>
              <a:ext uri="{FF2B5EF4-FFF2-40B4-BE49-F238E27FC236}">
                <a16:creationId xmlns:a16="http://schemas.microsoft.com/office/drawing/2014/main" id="{17C13B76-1E53-E8B2-76CC-1D2FC3917A34}"/>
              </a:ext>
            </a:extLst>
          </p:cNvPr>
          <p:cNvSpPr/>
          <p:nvPr/>
        </p:nvSpPr>
        <p:spPr>
          <a:xfrm>
            <a:off x="9114749" y="6676299"/>
            <a:ext cx="1180800" cy="1178850"/>
          </a:xfrm>
          <a:prstGeom prst="rect">
            <a:avLst/>
          </a:prstGeom>
          <a:solidFill>
            <a:srgbClr val="7E857C"/>
          </a:solidFill>
          <a:ln>
            <a:solidFill>
              <a:srgbClr val="7E85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42574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279BE-A654-A994-7AF2-B121C778885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C1D5325-902E-F6C8-2474-77CB148EA38B}"/>
              </a:ext>
            </a:extLst>
          </p:cNvPr>
          <p:cNvSpPr>
            <a:spLocks noGrp="1"/>
          </p:cNvSpPr>
          <p:nvPr>
            <p:ph type="body" sz="quarter" idx="10"/>
          </p:nvPr>
        </p:nvSpPr>
        <p:spPr/>
        <p:txBody>
          <a:bodyPr/>
          <a:lstStyle/>
          <a:p>
            <a:r>
              <a:rPr lang="en-GB" err="1"/>
              <a:t>Gradienti</a:t>
            </a:r>
            <a:endParaRPr lang="en-GB"/>
          </a:p>
        </p:txBody>
      </p:sp>
      <p:sp>
        <p:nvSpPr>
          <p:cNvPr id="3" name="Rettangolo 2">
            <a:extLst>
              <a:ext uri="{FF2B5EF4-FFF2-40B4-BE49-F238E27FC236}">
                <a16:creationId xmlns:a16="http://schemas.microsoft.com/office/drawing/2014/main" id="{44B1A82D-2714-2774-D1CD-8533EF7D3BB5}"/>
              </a:ext>
            </a:extLst>
          </p:cNvPr>
          <p:cNvSpPr/>
          <p:nvPr/>
        </p:nvSpPr>
        <p:spPr>
          <a:xfrm>
            <a:off x="3059750" y="1811440"/>
            <a:ext cx="2520000" cy="5400000"/>
          </a:xfrm>
          <a:prstGeom prst="rect">
            <a:avLst/>
          </a:prstGeom>
          <a:gradFill flip="none" rotWithShape="1">
            <a:gsLst>
              <a:gs pos="0">
                <a:srgbClr val="33B24A"/>
              </a:gs>
              <a:gs pos="100000">
                <a:srgbClr val="F8F5F2"/>
              </a:gs>
              <a:gs pos="100000">
                <a:srgbClr val="D1FFDF"/>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6AF5B2EC-0CB4-179F-BF55-E0B2E6F7B332}"/>
              </a:ext>
            </a:extLst>
          </p:cNvPr>
          <p:cNvSpPr/>
          <p:nvPr/>
        </p:nvSpPr>
        <p:spPr>
          <a:xfrm>
            <a:off x="9144000" y="1814709"/>
            <a:ext cx="2520000" cy="5400000"/>
          </a:xfrm>
          <a:prstGeom prst="rect">
            <a:avLst/>
          </a:prstGeom>
          <a:gradFill flip="none" rotWithShape="1">
            <a:gsLst>
              <a:gs pos="0">
                <a:srgbClr val="D1FFDF"/>
              </a:gs>
              <a:gs pos="100000">
                <a:srgbClr val="F8F5F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Rettangolo 20">
            <a:extLst>
              <a:ext uri="{FF2B5EF4-FFF2-40B4-BE49-F238E27FC236}">
                <a16:creationId xmlns:a16="http://schemas.microsoft.com/office/drawing/2014/main" id="{F72EC312-4802-B24A-3B03-9FFEA162B48D}"/>
              </a:ext>
            </a:extLst>
          </p:cNvPr>
          <p:cNvSpPr/>
          <p:nvPr/>
        </p:nvSpPr>
        <p:spPr>
          <a:xfrm>
            <a:off x="6101875" y="1811440"/>
            <a:ext cx="2520000" cy="5400000"/>
          </a:xfrm>
          <a:prstGeom prst="rect">
            <a:avLst/>
          </a:prstGeom>
          <a:gradFill flip="none" rotWithShape="1">
            <a:gsLst>
              <a:gs pos="0">
                <a:srgbClr val="434F3D"/>
              </a:gs>
              <a:gs pos="100000">
                <a:srgbClr val="F8F5F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0">
            <a:extLst>
              <a:ext uri="{FF2B5EF4-FFF2-40B4-BE49-F238E27FC236}">
                <a16:creationId xmlns:a16="http://schemas.microsoft.com/office/drawing/2014/main" id="{477D7AC9-44AA-FD86-D951-9973C6130DDD}"/>
              </a:ext>
            </a:extLst>
          </p:cNvPr>
          <p:cNvSpPr txBox="1"/>
          <p:nvPr/>
        </p:nvSpPr>
        <p:spPr>
          <a:xfrm>
            <a:off x="3346874" y="7583869"/>
            <a:ext cx="1071207" cy="649922"/>
          </a:xfrm>
          <a:prstGeom prst="rect">
            <a:avLst/>
          </a:prstGeom>
          <a:noFill/>
        </p:spPr>
        <p:txBody>
          <a:bodyPr wrap="square">
            <a:spAutoFit/>
          </a:bodyPr>
          <a:lstStyle/>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#33B24A</a:t>
            </a:r>
            <a:endParaRPr lang="it-IT" sz="1400" b="1" kern="100">
              <a:effectLst/>
              <a:latin typeface="Ronzino" pitchFamily="50" charset="0"/>
              <a:ea typeface="Aptos" panose="020B0004020202020204" pitchFamily="34" charset="0"/>
              <a:cs typeface="Times New Roman" panose="02020603050405020304" pitchFamily="18" charset="0"/>
            </a:endParaRPr>
          </a:p>
          <a:p>
            <a:pPr>
              <a:lnSpc>
                <a:spcPct val="107000"/>
              </a:lnSpc>
              <a:spcAft>
                <a:spcPts val="800"/>
              </a:spcAft>
            </a:pPr>
            <a:r>
              <a:rPr lang="it-IT" sz="1400" b="1" kern="100">
                <a:latin typeface="Ronzino" pitchFamily="50" charset="0"/>
                <a:ea typeface="Aptos" panose="020B0004020202020204" pitchFamily="34" charset="0"/>
                <a:cs typeface="Times New Roman" panose="02020603050405020304" pitchFamily="18" charset="0"/>
              </a:rPr>
              <a:t>#D1FFDF</a:t>
            </a:r>
            <a:endParaRPr lang="it-IT" sz="1400" kern="100">
              <a:latin typeface="Ronzino" pitchFamily="50" charset="0"/>
              <a:ea typeface="Aptos" panose="020B0004020202020204" pitchFamily="34" charset="0"/>
              <a:cs typeface="Times New Roman" panose="02020603050405020304" pitchFamily="18" charset="0"/>
            </a:endParaRPr>
          </a:p>
        </p:txBody>
      </p:sp>
      <p:sp>
        <p:nvSpPr>
          <p:cNvPr id="24" name="CasellaDiTesto 20">
            <a:extLst>
              <a:ext uri="{FF2B5EF4-FFF2-40B4-BE49-F238E27FC236}">
                <a16:creationId xmlns:a16="http://schemas.microsoft.com/office/drawing/2014/main" id="{35B060A0-23B7-DA76-23D2-1E606CC6BCEB}"/>
              </a:ext>
            </a:extLst>
          </p:cNvPr>
          <p:cNvSpPr txBox="1"/>
          <p:nvPr/>
        </p:nvSpPr>
        <p:spPr>
          <a:xfrm>
            <a:off x="6388739" y="7595887"/>
            <a:ext cx="1071207" cy="983026"/>
          </a:xfrm>
          <a:prstGeom prst="rect">
            <a:avLst/>
          </a:prstGeom>
          <a:noFill/>
        </p:spPr>
        <p:txBody>
          <a:bodyPr wrap="square">
            <a:spAutoFit/>
          </a:bodyPr>
          <a:lstStyle/>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#434F3D</a:t>
            </a:r>
          </a:p>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#F8F5F2</a:t>
            </a:r>
          </a:p>
          <a:p>
            <a:pPr>
              <a:lnSpc>
                <a:spcPct val="107000"/>
              </a:lnSpc>
              <a:spcAft>
                <a:spcPts val="800"/>
              </a:spcAft>
              <a:buNone/>
            </a:pPr>
            <a:endParaRPr lang="it-IT" sz="1400" b="1" kern="100">
              <a:effectLst/>
              <a:latin typeface="Ronzino" pitchFamily="50" charset="0"/>
              <a:ea typeface="Aptos" panose="020B0004020202020204" pitchFamily="34" charset="0"/>
              <a:cs typeface="Times New Roman" panose="02020603050405020304" pitchFamily="18" charset="0"/>
            </a:endParaRPr>
          </a:p>
        </p:txBody>
      </p:sp>
      <p:sp>
        <p:nvSpPr>
          <p:cNvPr id="26" name="Rettangolo 25">
            <a:extLst>
              <a:ext uri="{FF2B5EF4-FFF2-40B4-BE49-F238E27FC236}">
                <a16:creationId xmlns:a16="http://schemas.microsoft.com/office/drawing/2014/main" id="{3552B37C-C46E-AC50-BAE7-9953212FC26B}"/>
              </a:ext>
            </a:extLst>
          </p:cNvPr>
          <p:cNvSpPr/>
          <p:nvPr/>
        </p:nvSpPr>
        <p:spPr>
          <a:xfrm>
            <a:off x="12186125" y="1814709"/>
            <a:ext cx="2520000" cy="5400000"/>
          </a:xfrm>
          <a:prstGeom prst="rect">
            <a:avLst/>
          </a:prstGeom>
          <a:gradFill flip="none" rotWithShape="1">
            <a:gsLst>
              <a:gs pos="0">
                <a:srgbClr val="7C8776"/>
              </a:gs>
              <a:gs pos="100000">
                <a:srgbClr val="FFFFFF"/>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Rettangolo 31">
            <a:extLst>
              <a:ext uri="{FF2B5EF4-FFF2-40B4-BE49-F238E27FC236}">
                <a16:creationId xmlns:a16="http://schemas.microsoft.com/office/drawing/2014/main" id="{649E4FD0-9654-C8ED-E037-03699A9AC914}"/>
              </a:ext>
            </a:extLst>
          </p:cNvPr>
          <p:cNvSpPr/>
          <p:nvPr/>
        </p:nvSpPr>
        <p:spPr>
          <a:xfrm>
            <a:off x="3059750" y="7644545"/>
            <a:ext cx="180000" cy="180000"/>
          </a:xfrm>
          <a:prstGeom prst="rect">
            <a:avLst/>
          </a:prstGeom>
          <a:solidFill>
            <a:srgbClr val="33B2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3" name="Rettangolo 32">
            <a:extLst>
              <a:ext uri="{FF2B5EF4-FFF2-40B4-BE49-F238E27FC236}">
                <a16:creationId xmlns:a16="http://schemas.microsoft.com/office/drawing/2014/main" id="{5B5B2D46-A967-34A5-C9FA-423223882220}"/>
              </a:ext>
            </a:extLst>
          </p:cNvPr>
          <p:cNvSpPr/>
          <p:nvPr/>
        </p:nvSpPr>
        <p:spPr>
          <a:xfrm>
            <a:off x="3059750" y="7977239"/>
            <a:ext cx="180000" cy="180000"/>
          </a:xfrm>
          <a:prstGeom prst="rect">
            <a:avLst/>
          </a:prstGeom>
          <a:solidFill>
            <a:srgbClr val="D1FF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4" name="Rettangolo 33">
            <a:extLst>
              <a:ext uri="{FF2B5EF4-FFF2-40B4-BE49-F238E27FC236}">
                <a16:creationId xmlns:a16="http://schemas.microsoft.com/office/drawing/2014/main" id="{E75B1F1A-5000-8C4D-10CC-37CC2A74FD9A}"/>
              </a:ext>
            </a:extLst>
          </p:cNvPr>
          <p:cNvSpPr/>
          <p:nvPr/>
        </p:nvSpPr>
        <p:spPr>
          <a:xfrm>
            <a:off x="6101702" y="7644545"/>
            <a:ext cx="180000" cy="180000"/>
          </a:xfrm>
          <a:prstGeom prst="rect">
            <a:avLst/>
          </a:prstGeom>
          <a:solidFill>
            <a:srgbClr val="434F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5" name="Rettangolo 34">
            <a:extLst>
              <a:ext uri="{FF2B5EF4-FFF2-40B4-BE49-F238E27FC236}">
                <a16:creationId xmlns:a16="http://schemas.microsoft.com/office/drawing/2014/main" id="{95B6A48A-A26D-59A6-457F-4794F9DD1C9B}"/>
              </a:ext>
            </a:extLst>
          </p:cNvPr>
          <p:cNvSpPr/>
          <p:nvPr/>
        </p:nvSpPr>
        <p:spPr>
          <a:xfrm>
            <a:off x="6101702" y="7977239"/>
            <a:ext cx="180000" cy="180000"/>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6" name="CasellaDiTesto 20">
            <a:extLst>
              <a:ext uri="{FF2B5EF4-FFF2-40B4-BE49-F238E27FC236}">
                <a16:creationId xmlns:a16="http://schemas.microsoft.com/office/drawing/2014/main" id="{433CE75A-3C07-1556-CACE-6A6477DF4ADD}"/>
              </a:ext>
            </a:extLst>
          </p:cNvPr>
          <p:cNvSpPr txBox="1"/>
          <p:nvPr/>
        </p:nvSpPr>
        <p:spPr>
          <a:xfrm>
            <a:off x="9430604" y="7595887"/>
            <a:ext cx="1071207" cy="649922"/>
          </a:xfrm>
          <a:prstGeom prst="rect">
            <a:avLst/>
          </a:prstGeom>
          <a:noFill/>
        </p:spPr>
        <p:txBody>
          <a:bodyPr wrap="square">
            <a:spAutoFit/>
          </a:bodyPr>
          <a:lstStyle/>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#D1FFDF</a:t>
            </a:r>
          </a:p>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#F8F5F2</a:t>
            </a:r>
            <a:endParaRPr lang="it-IT" sz="1400" b="1" kern="100">
              <a:effectLst/>
              <a:latin typeface="Ronzino" pitchFamily="50" charset="0"/>
              <a:ea typeface="Aptos" panose="020B0004020202020204" pitchFamily="34" charset="0"/>
              <a:cs typeface="Times New Roman" panose="02020603050405020304" pitchFamily="18" charset="0"/>
            </a:endParaRPr>
          </a:p>
        </p:txBody>
      </p:sp>
      <p:sp>
        <p:nvSpPr>
          <p:cNvPr id="37" name="Rettangolo 36">
            <a:extLst>
              <a:ext uri="{FF2B5EF4-FFF2-40B4-BE49-F238E27FC236}">
                <a16:creationId xmlns:a16="http://schemas.microsoft.com/office/drawing/2014/main" id="{FFDF4497-AE90-FF7E-9A93-BB678AA9DD2A}"/>
              </a:ext>
            </a:extLst>
          </p:cNvPr>
          <p:cNvSpPr/>
          <p:nvPr/>
        </p:nvSpPr>
        <p:spPr>
          <a:xfrm>
            <a:off x="9143567" y="7644545"/>
            <a:ext cx="180000" cy="180000"/>
          </a:xfrm>
          <a:prstGeom prst="rect">
            <a:avLst/>
          </a:prstGeom>
          <a:solidFill>
            <a:srgbClr val="D1FF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8" name="Rettangolo 37">
            <a:extLst>
              <a:ext uri="{FF2B5EF4-FFF2-40B4-BE49-F238E27FC236}">
                <a16:creationId xmlns:a16="http://schemas.microsoft.com/office/drawing/2014/main" id="{ACB2816F-ECCE-9763-57CA-2693BE65A755}"/>
              </a:ext>
            </a:extLst>
          </p:cNvPr>
          <p:cNvSpPr/>
          <p:nvPr/>
        </p:nvSpPr>
        <p:spPr>
          <a:xfrm>
            <a:off x="9143567" y="7977239"/>
            <a:ext cx="180000" cy="180000"/>
          </a:xfrm>
          <a:prstGeom prst="rect">
            <a:avLst/>
          </a:prstGeom>
          <a:solidFill>
            <a:srgbClr val="F8F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39" name="CasellaDiTesto 20">
            <a:extLst>
              <a:ext uri="{FF2B5EF4-FFF2-40B4-BE49-F238E27FC236}">
                <a16:creationId xmlns:a16="http://schemas.microsoft.com/office/drawing/2014/main" id="{A822AC7E-00ED-33EF-C3B5-21F0AD086AE3}"/>
              </a:ext>
            </a:extLst>
          </p:cNvPr>
          <p:cNvSpPr txBox="1"/>
          <p:nvPr/>
        </p:nvSpPr>
        <p:spPr>
          <a:xfrm>
            <a:off x="12472469" y="7595887"/>
            <a:ext cx="1071207" cy="649922"/>
          </a:xfrm>
          <a:prstGeom prst="rect">
            <a:avLst/>
          </a:prstGeom>
          <a:noFill/>
        </p:spPr>
        <p:txBody>
          <a:bodyPr wrap="square">
            <a:spAutoFit/>
          </a:bodyPr>
          <a:lstStyle/>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#7C8776</a:t>
            </a:r>
          </a:p>
          <a:p>
            <a:pPr>
              <a:lnSpc>
                <a:spcPct val="107000"/>
              </a:lnSpc>
              <a:spcAft>
                <a:spcPts val="800"/>
              </a:spcAft>
              <a:buNone/>
            </a:pPr>
            <a:r>
              <a:rPr lang="it-IT" sz="1400" b="1" kern="100">
                <a:latin typeface="Ronzino" pitchFamily="50" charset="0"/>
                <a:ea typeface="Aptos" panose="020B0004020202020204" pitchFamily="34" charset="0"/>
                <a:cs typeface="Times New Roman" panose="02020603050405020304" pitchFamily="18" charset="0"/>
              </a:rPr>
              <a:t>#FFFFFF</a:t>
            </a:r>
            <a:endParaRPr lang="it-IT" sz="1400" b="1" kern="100">
              <a:effectLst/>
              <a:latin typeface="Ronzino" pitchFamily="50" charset="0"/>
              <a:ea typeface="Aptos" panose="020B0004020202020204" pitchFamily="34" charset="0"/>
              <a:cs typeface="Times New Roman" panose="02020603050405020304" pitchFamily="18" charset="0"/>
            </a:endParaRPr>
          </a:p>
        </p:txBody>
      </p:sp>
      <p:sp>
        <p:nvSpPr>
          <p:cNvPr id="40" name="Rettangolo 39">
            <a:extLst>
              <a:ext uri="{FF2B5EF4-FFF2-40B4-BE49-F238E27FC236}">
                <a16:creationId xmlns:a16="http://schemas.microsoft.com/office/drawing/2014/main" id="{16A1495F-00D2-18E9-21BA-01F6A43F9CEF}"/>
              </a:ext>
            </a:extLst>
          </p:cNvPr>
          <p:cNvSpPr/>
          <p:nvPr/>
        </p:nvSpPr>
        <p:spPr>
          <a:xfrm>
            <a:off x="12185432" y="7644545"/>
            <a:ext cx="180000" cy="180000"/>
          </a:xfrm>
          <a:prstGeom prst="rect">
            <a:avLst/>
          </a:prstGeom>
          <a:solidFill>
            <a:srgbClr val="7C87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
        <p:nvSpPr>
          <p:cNvPr id="41" name="Rettangolo 40">
            <a:extLst>
              <a:ext uri="{FF2B5EF4-FFF2-40B4-BE49-F238E27FC236}">
                <a16:creationId xmlns:a16="http://schemas.microsoft.com/office/drawing/2014/main" id="{874090D4-9548-8F6E-06BD-9E5D31BBEA4F}"/>
              </a:ext>
            </a:extLst>
          </p:cNvPr>
          <p:cNvSpPr/>
          <p:nvPr/>
        </p:nvSpPr>
        <p:spPr>
          <a:xfrm>
            <a:off x="12185432" y="7977239"/>
            <a:ext cx="180000" cy="180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p>
        </p:txBody>
      </p:sp>
    </p:spTree>
    <p:extLst>
      <p:ext uri="{BB962C8B-B14F-4D97-AF65-F5344CB8AC3E}">
        <p14:creationId xmlns:p14="http://schemas.microsoft.com/office/powerpoint/2010/main" val="1392444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6636-20F6-F53F-E054-9C239A84A24C}"/>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6BEE4AC9-8F01-D2E2-C4AD-7CA4423EE7E1}"/>
              </a:ext>
            </a:extLst>
          </p:cNvPr>
          <p:cNvSpPr>
            <a:spLocks noGrp="1"/>
          </p:cNvSpPr>
          <p:nvPr>
            <p:ph type="title"/>
          </p:nvPr>
        </p:nvSpPr>
        <p:spPr/>
        <p:txBody>
          <a:bodyPr/>
          <a:lstStyle/>
          <a:p>
            <a:r>
              <a:rPr lang="it-IT"/>
              <a:t>Fonts / Caratteri</a:t>
            </a:r>
          </a:p>
        </p:txBody>
      </p:sp>
      <p:sp>
        <p:nvSpPr>
          <p:cNvPr id="7" name="Segnaposto numero diapositiva 6">
            <a:extLst>
              <a:ext uri="{FF2B5EF4-FFF2-40B4-BE49-F238E27FC236}">
                <a16:creationId xmlns:a16="http://schemas.microsoft.com/office/drawing/2014/main" id="{A5A02465-B42F-7234-037A-9C8D2853EA3A}"/>
              </a:ext>
            </a:extLst>
          </p:cNvPr>
          <p:cNvSpPr>
            <a:spLocks noGrp="1"/>
          </p:cNvSpPr>
          <p:nvPr>
            <p:ph type="sldNum" sz="quarter" idx="4"/>
          </p:nvPr>
        </p:nvSpPr>
        <p:spPr/>
        <p:txBody>
          <a:bodyPr/>
          <a:lstStyle/>
          <a:p>
            <a:fld id="{009F8E5D-4DC2-459F-9159-6750A8A37B09}" type="slidenum">
              <a:rPr lang="en-GB" smtClean="0"/>
              <a:pPr/>
              <a:t>8</a:t>
            </a:fld>
            <a:endParaRPr lang="en-GB"/>
          </a:p>
        </p:txBody>
      </p:sp>
      <p:sp>
        <p:nvSpPr>
          <p:cNvPr id="6" name="Segnaposto data 5">
            <a:extLst>
              <a:ext uri="{FF2B5EF4-FFF2-40B4-BE49-F238E27FC236}">
                <a16:creationId xmlns:a16="http://schemas.microsoft.com/office/drawing/2014/main" id="{B2C37524-82EC-EC86-403C-96BF37DA8D70}"/>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3475189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2F838-927D-52C8-4200-40F54CAB44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2A4A7D-8CF3-92B2-D166-FB2366C4BD05}"/>
              </a:ext>
            </a:extLst>
          </p:cNvPr>
          <p:cNvSpPr>
            <a:spLocks noGrp="1"/>
          </p:cNvSpPr>
          <p:nvPr>
            <p:ph type="body" sz="quarter" idx="10"/>
          </p:nvPr>
        </p:nvSpPr>
        <p:spPr/>
        <p:txBody>
          <a:bodyPr/>
          <a:lstStyle/>
          <a:p>
            <a:r>
              <a:rPr lang="it-IT" noProof="0"/>
              <a:t>Fonts / Caratteri</a:t>
            </a:r>
          </a:p>
        </p:txBody>
      </p:sp>
      <p:sp>
        <p:nvSpPr>
          <p:cNvPr id="4" name="Date Placeholder 3">
            <a:extLst>
              <a:ext uri="{FF2B5EF4-FFF2-40B4-BE49-F238E27FC236}">
                <a16:creationId xmlns:a16="http://schemas.microsoft.com/office/drawing/2014/main" id="{50779CE7-4D0E-63A8-D019-23D14D7DBCC6}"/>
              </a:ext>
            </a:extLst>
          </p:cNvPr>
          <p:cNvSpPr>
            <a:spLocks noGrp="1"/>
          </p:cNvSpPr>
          <p:nvPr>
            <p:ph type="dt" sz="half" idx="2"/>
          </p:nvPr>
        </p:nvSpPr>
        <p:spPr/>
        <p:txBody>
          <a:bodyPr/>
          <a:lstStyle/>
          <a:p>
            <a:fld id="{CB2DD865-93E4-471D-96DE-14426D5C4408}" type="datetime1">
              <a:rPr lang="it-IT" smtClean="0"/>
              <a:pPr/>
              <a:t>24/02/2026</a:t>
            </a:fld>
            <a:endParaRPr lang="en-GB"/>
          </a:p>
        </p:txBody>
      </p:sp>
      <p:sp>
        <p:nvSpPr>
          <p:cNvPr id="5" name="Text Placeholder 4">
            <a:extLst>
              <a:ext uri="{FF2B5EF4-FFF2-40B4-BE49-F238E27FC236}">
                <a16:creationId xmlns:a16="http://schemas.microsoft.com/office/drawing/2014/main" id="{9089B9E4-D117-1769-C107-C82744EBA7B3}"/>
              </a:ext>
            </a:extLst>
          </p:cNvPr>
          <p:cNvSpPr>
            <a:spLocks noGrp="1"/>
          </p:cNvSpPr>
          <p:nvPr>
            <p:ph type="body" sz="quarter" idx="11"/>
          </p:nvPr>
        </p:nvSpPr>
        <p:spPr>
          <a:xfrm>
            <a:off x="539750" y="1800000"/>
            <a:ext cx="3210840" cy="4388194"/>
          </a:xfrm>
        </p:spPr>
        <p:txBody>
          <a:bodyPr numCol="1" spcCol="180000"/>
          <a:lstStyle/>
          <a:p>
            <a:pPr>
              <a:spcBef>
                <a:spcPts val="0"/>
              </a:spcBef>
            </a:pPr>
            <a:r>
              <a:rPr lang="it-IT" sz="3200">
                <a:latin typeface="+mj-lt"/>
              </a:rPr>
              <a:t>Source Serif Pro Light</a:t>
            </a:r>
          </a:p>
          <a:p>
            <a:pPr>
              <a:spcBef>
                <a:spcPts val="0"/>
              </a:spcBef>
            </a:pPr>
            <a:r>
              <a:rPr lang="it-IT" sz="3200">
                <a:latin typeface="+mj-lt"/>
              </a:rPr>
              <a:t>32pt ideale su ppt</a:t>
            </a:r>
          </a:p>
          <a:p>
            <a:pPr>
              <a:spcBef>
                <a:spcPts val="0"/>
              </a:spcBef>
            </a:pPr>
            <a:endParaRPr lang="it-IT" sz="3200">
              <a:latin typeface="+mj-lt"/>
            </a:endParaRPr>
          </a:p>
        </p:txBody>
      </p:sp>
      <p:sp>
        <p:nvSpPr>
          <p:cNvPr id="6" name="Text Placeholder 4">
            <a:extLst>
              <a:ext uri="{FF2B5EF4-FFF2-40B4-BE49-F238E27FC236}">
                <a16:creationId xmlns:a16="http://schemas.microsoft.com/office/drawing/2014/main" id="{46DBB5F1-068C-FD61-859A-0E724E1E52F4}"/>
              </a:ext>
            </a:extLst>
          </p:cNvPr>
          <p:cNvSpPr txBox="1">
            <a:spLocks/>
          </p:cNvSpPr>
          <p:nvPr/>
        </p:nvSpPr>
        <p:spPr>
          <a:xfrm>
            <a:off x="4846888" y="1800697"/>
            <a:ext cx="5050970" cy="252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ts val="0"/>
              </a:spcBef>
            </a:pPr>
            <a:r>
              <a:rPr lang="it-IT" sz="2800">
                <a:latin typeface="+mj-lt"/>
              </a:rPr>
              <a:t>è il carattere con la maggiore personalità all’interno del brand EETRA. Viene utilizzato per titoli e testi che richiedono carattere ed espressività.</a:t>
            </a:r>
          </a:p>
        </p:txBody>
      </p:sp>
      <p:sp>
        <p:nvSpPr>
          <p:cNvPr id="7" name="Text Placeholder 4">
            <a:extLst>
              <a:ext uri="{FF2B5EF4-FFF2-40B4-BE49-F238E27FC236}">
                <a16:creationId xmlns:a16="http://schemas.microsoft.com/office/drawing/2014/main" id="{D43D18F1-0190-6443-2B7D-158A3C6F0808}"/>
              </a:ext>
            </a:extLst>
          </p:cNvPr>
          <p:cNvSpPr txBox="1">
            <a:spLocks/>
          </p:cNvSpPr>
          <p:nvPr/>
        </p:nvSpPr>
        <p:spPr>
          <a:xfrm>
            <a:off x="539750" y="4680000"/>
            <a:ext cx="3600000" cy="108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ts val="0"/>
              </a:spcBef>
            </a:pPr>
            <a:r>
              <a:rPr lang="it-IT">
                <a:latin typeface="+mn-lt"/>
              </a:rPr>
              <a:t>Ronzino</a:t>
            </a:r>
          </a:p>
          <a:p>
            <a:pPr>
              <a:spcBef>
                <a:spcPts val="0"/>
              </a:spcBef>
            </a:pPr>
            <a:r>
              <a:rPr lang="it-IT">
                <a:latin typeface="+mn-lt"/>
              </a:rPr>
              <a:t>24pt ideale su ppt</a:t>
            </a:r>
          </a:p>
        </p:txBody>
      </p:sp>
      <p:sp>
        <p:nvSpPr>
          <p:cNvPr id="8" name="Text Placeholder 4">
            <a:extLst>
              <a:ext uri="{FF2B5EF4-FFF2-40B4-BE49-F238E27FC236}">
                <a16:creationId xmlns:a16="http://schemas.microsoft.com/office/drawing/2014/main" id="{601F4378-AE43-C6EA-E007-52A68DA802A2}"/>
              </a:ext>
            </a:extLst>
          </p:cNvPr>
          <p:cNvSpPr txBox="1">
            <a:spLocks/>
          </p:cNvSpPr>
          <p:nvPr/>
        </p:nvSpPr>
        <p:spPr>
          <a:xfrm>
            <a:off x="4841875" y="4680000"/>
            <a:ext cx="5050970" cy="216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it-IT"/>
              <a:t>Ronzino è il carattere più utilizzato per il brand EETRA.</a:t>
            </a:r>
          </a:p>
          <a:p>
            <a:r>
              <a:rPr lang="it-IT"/>
              <a:t>Viene impiegato per sottotitoli, testi di ricerca e compilazione campi, e per il corpo del testo.</a:t>
            </a:r>
          </a:p>
        </p:txBody>
      </p:sp>
      <p:sp>
        <p:nvSpPr>
          <p:cNvPr id="9" name="Text Placeholder 4">
            <a:extLst>
              <a:ext uri="{FF2B5EF4-FFF2-40B4-BE49-F238E27FC236}">
                <a16:creationId xmlns:a16="http://schemas.microsoft.com/office/drawing/2014/main" id="{6607CE1A-29A6-9B49-1379-15A2A5BE41A3}"/>
              </a:ext>
            </a:extLst>
          </p:cNvPr>
          <p:cNvSpPr txBox="1">
            <a:spLocks/>
          </p:cNvSpPr>
          <p:nvPr/>
        </p:nvSpPr>
        <p:spPr>
          <a:xfrm>
            <a:off x="539750" y="7434857"/>
            <a:ext cx="3600000" cy="72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ts val="0"/>
              </a:spcBef>
            </a:pPr>
            <a:r>
              <a:rPr lang="it-IT" sz="1800">
                <a:latin typeface="Arial Nova" panose="020B0504020202020204" pitchFamily="34" charset="0"/>
              </a:rPr>
              <a:t>Arial Nova – 18 </a:t>
            </a:r>
            <a:r>
              <a:rPr lang="it-IT" sz="1800" err="1">
                <a:latin typeface="Arial Nova" panose="020B0504020202020204" pitchFamily="34" charset="0"/>
              </a:rPr>
              <a:t>pt</a:t>
            </a:r>
            <a:endParaRPr lang="it-IT" sz="1800">
              <a:latin typeface="Arial Nova" panose="020B0504020202020204" pitchFamily="34" charset="0"/>
            </a:endParaRPr>
          </a:p>
          <a:p>
            <a:pPr>
              <a:spcBef>
                <a:spcPts val="0"/>
              </a:spcBef>
            </a:pPr>
            <a:r>
              <a:rPr lang="it-IT" sz="1800">
                <a:latin typeface="Arial Nova" panose="020B0504020202020204" pitchFamily="34" charset="0"/>
              </a:rPr>
              <a:t>10-14pt ideale per Word / Excel</a:t>
            </a:r>
          </a:p>
          <a:p>
            <a:pPr>
              <a:spcBef>
                <a:spcPts val="0"/>
              </a:spcBef>
            </a:pPr>
            <a:endParaRPr lang="it-IT" sz="1800">
              <a:latin typeface="Arial Nova" panose="020B0504020202020204" pitchFamily="34" charset="0"/>
            </a:endParaRPr>
          </a:p>
        </p:txBody>
      </p:sp>
      <p:sp>
        <p:nvSpPr>
          <p:cNvPr id="10" name="Text Placeholder 4">
            <a:extLst>
              <a:ext uri="{FF2B5EF4-FFF2-40B4-BE49-F238E27FC236}">
                <a16:creationId xmlns:a16="http://schemas.microsoft.com/office/drawing/2014/main" id="{8991C5FF-BA83-C982-C1DE-C96EADCEBF51}"/>
              </a:ext>
            </a:extLst>
          </p:cNvPr>
          <p:cNvSpPr txBox="1">
            <a:spLocks/>
          </p:cNvSpPr>
          <p:nvPr/>
        </p:nvSpPr>
        <p:spPr>
          <a:xfrm>
            <a:off x="4841875" y="7434857"/>
            <a:ext cx="5050970" cy="144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it-IT" sz="1800">
                <a:latin typeface="Arial Nova" panose="020B0504020202020204" pitchFamily="34" charset="0"/>
              </a:rPr>
              <a:t>Arial Nova è il carattere scelto per sostituire Ronzino su documenti in formato MS Word e MS Excel dove Ronzino potrebbe dare problemi di visualizzazione.</a:t>
            </a:r>
          </a:p>
        </p:txBody>
      </p:sp>
      <p:sp>
        <p:nvSpPr>
          <p:cNvPr id="11" name="Text Placeholder 4">
            <a:extLst>
              <a:ext uri="{FF2B5EF4-FFF2-40B4-BE49-F238E27FC236}">
                <a16:creationId xmlns:a16="http://schemas.microsoft.com/office/drawing/2014/main" id="{58F000DE-8EBF-C558-A0CC-5B47589674FE}"/>
              </a:ext>
            </a:extLst>
          </p:cNvPr>
          <p:cNvSpPr txBox="1">
            <a:spLocks/>
          </p:cNvSpPr>
          <p:nvPr/>
        </p:nvSpPr>
        <p:spPr>
          <a:xfrm>
            <a:off x="11916946" y="1862572"/>
            <a:ext cx="5810865" cy="252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ts val="0"/>
              </a:spcBef>
            </a:pPr>
            <a:r>
              <a:rPr lang="it-IT" sz="2800">
                <a:latin typeface="+mj-lt"/>
              </a:rPr>
              <a:t>ABCDEFGHIJLMNOPQRSTUVWXYZ</a:t>
            </a:r>
          </a:p>
          <a:p>
            <a:pPr>
              <a:spcBef>
                <a:spcPts val="0"/>
              </a:spcBef>
            </a:pPr>
            <a:r>
              <a:rPr lang="it-IT" sz="2800" err="1">
                <a:latin typeface="+mj-lt"/>
              </a:rPr>
              <a:t>abcdefghiJlmnopqrstuvwxyz</a:t>
            </a:r>
            <a:endParaRPr lang="it-IT" sz="2800">
              <a:latin typeface="+mj-lt"/>
            </a:endParaRPr>
          </a:p>
        </p:txBody>
      </p:sp>
      <p:sp>
        <p:nvSpPr>
          <p:cNvPr id="12" name="Text Placeholder 4">
            <a:extLst>
              <a:ext uri="{FF2B5EF4-FFF2-40B4-BE49-F238E27FC236}">
                <a16:creationId xmlns:a16="http://schemas.microsoft.com/office/drawing/2014/main" id="{2295EDDB-7AA9-4CCE-0AB1-80DF017C4CF2}"/>
              </a:ext>
            </a:extLst>
          </p:cNvPr>
          <p:cNvSpPr txBox="1">
            <a:spLocks/>
          </p:cNvSpPr>
          <p:nvPr/>
        </p:nvSpPr>
        <p:spPr>
          <a:xfrm>
            <a:off x="11922432" y="4680000"/>
            <a:ext cx="4619568" cy="216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it-IT"/>
              <a:t>ABCDEFGHIJLMNOPQRSTUVWXYZ</a:t>
            </a:r>
          </a:p>
          <a:p>
            <a:r>
              <a:rPr lang="it-IT" err="1"/>
              <a:t>abcdefghiJlmnopqrstuvwxyz</a:t>
            </a:r>
            <a:endParaRPr lang="it-IT"/>
          </a:p>
        </p:txBody>
      </p:sp>
      <p:sp>
        <p:nvSpPr>
          <p:cNvPr id="13" name="Text Placeholder 4">
            <a:extLst>
              <a:ext uri="{FF2B5EF4-FFF2-40B4-BE49-F238E27FC236}">
                <a16:creationId xmlns:a16="http://schemas.microsoft.com/office/drawing/2014/main" id="{2C928E72-04EB-C545-C431-76085623A5C8}"/>
              </a:ext>
            </a:extLst>
          </p:cNvPr>
          <p:cNvSpPr txBox="1">
            <a:spLocks/>
          </p:cNvSpPr>
          <p:nvPr/>
        </p:nvSpPr>
        <p:spPr>
          <a:xfrm>
            <a:off x="11916946" y="7434857"/>
            <a:ext cx="4321175" cy="1440000"/>
          </a:xfrm>
          <a:prstGeom prst="rect">
            <a:avLst/>
          </a:prstGeom>
        </p:spPr>
        <p:txBody>
          <a:bodyPr lIns="0" tIns="0" rIns="0" bIns="0" numCol="1" spcCol="180000"/>
          <a:lstStyle>
            <a:lvl1pPr marL="0" indent="0" algn="l" defTabSz="1371600" rtl="0" eaLnBrk="1" latinLnBrk="0" hangingPunct="1">
              <a:lnSpc>
                <a:spcPct val="100000"/>
              </a:lnSpc>
              <a:spcBef>
                <a:spcPts val="1200"/>
              </a:spcBef>
              <a:buFont typeface="Arial" panose="020B0604020202020204" pitchFamily="34" charset="0"/>
              <a:buNone/>
              <a:defRPr sz="2400" kern="1200">
                <a:solidFill>
                  <a:schemeClr val="tx1">
                    <a:lumMod val="75000"/>
                    <a:lumOff val="25000"/>
                  </a:schemeClr>
                </a:solidFill>
                <a:latin typeface="Ronzino" pitchFamily="50" charset="0"/>
                <a:ea typeface="Source Serif Pro Light" panose="02040303050405020204" pitchFamily="18" charset="0"/>
                <a:cs typeface="+mn-cs"/>
              </a:defRPr>
            </a:lvl1pPr>
            <a:lvl2pPr marL="10287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2pPr>
            <a:lvl3pPr marL="17145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3pPr>
            <a:lvl4pPr marL="24003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4pPr>
            <a:lvl5pPr marL="3086100" indent="-342900" algn="l" defTabSz="1371600" rtl="0" eaLnBrk="1" latinLnBrk="0" hangingPunct="1">
              <a:lnSpc>
                <a:spcPct val="90000"/>
              </a:lnSpc>
              <a:spcBef>
                <a:spcPts val="750"/>
              </a:spcBef>
              <a:buFont typeface="Arial" panose="020B0604020202020204" pitchFamily="34" charset="0"/>
              <a:buNone/>
              <a:defRPr sz="2800" kern="1200">
                <a:solidFill>
                  <a:srgbClr val="3D3F3F"/>
                </a:solidFill>
                <a:latin typeface="Source Serif Pro Light" panose="02040303050405020204" pitchFamily="18" charset="0"/>
                <a:ea typeface="Source Serif Pro Light" panose="02040303050405020204" pitchFamily="18"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it-IT" sz="1800">
                <a:latin typeface="Arial Nova" panose="020B0504020202020204" pitchFamily="34" charset="0"/>
              </a:rPr>
              <a:t>ABCDEFGHIJLMNOPQRSTUVWXYZ</a:t>
            </a:r>
          </a:p>
          <a:p>
            <a:r>
              <a:rPr lang="it-IT" sz="1800" err="1">
                <a:latin typeface="Arial Nova" panose="020B0504020202020204" pitchFamily="34" charset="0"/>
              </a:rPr>
              <a:t>abcdefghiJlmnopqrstuvwxyz</a:t>
            </a:r>
            <a:endParaRPr lang="it-IT" sz="1800">
              <a:latin typeface="Arial Nova" panose="020B0504020202020204" pitchFamily="34" charset="0"/>
            </a:endParaRPr>
          </a:p>
        </p:txBody>
      </p:sp>
    </p:spTree>
    <p:extLst>
      <p:ext uri="{BB962C8B-B14F-4D97-AF65-F5344CB8AC3E}">
        <p14:creationId xmlns:p14="http://schemas.microsoft.com/office/powerpoint/2010/main" val="3758244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996AC-F060-CAE0-B550-FE92B873F2D8}"/>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E39E9390-66C5-BDA4-EF6F-8774B05E56B3}"/>
              </a:ext>
            </a:extLst>
          </p:cNvPr>
          <p:cNvSpPr>
            <a:spLocks noGrp="1"/>
          </p:cNvSpPr>
          <p:nvPr>
            <p:ph type="title"/>
          </p:nvPr>
        </p:nvSpPr>
        <p:spPr/>
        <p:txBody>
          <a:bodyPr/>
          <a:lstStyle/>
          <a:p>
            <a:r>
              <a:rPr lang="it-IT"/>
              <a:t>Assets grafici: sfondi, gradienti, icone</a:t>
            </a:r>
          </a:p>
        </p:txBody>
      </p:sp>
      <p:sp>
        <p:nvSpPr>
          <p:cNvPr id="7" name="Segnaposto numero diapositiva 6">
            <a:extLst>
              <a:ext uri="{FF2B5EF4-FFF2-40B4-BE49-F238E27FC236}">
                <a16:creationId xmlns:a16="http://schemas.microsoft.com/office/drawing/2014/main" id="{BC263C1D-D629-F78B-BC4E-9004E8C354EE}"/>
              </a:ext>
            </a:extLst>
          </p:cNvPr>
          <p:cNvSpPr>
            <a:spLocks noGrp="1"/>
          </p:cNvSpPr>
          <p:nvPr>
            <p:ph type="sldNum" sz="quarter" idx="4"/>
          </p:nvPr>
        </p:nvSpPr>
        <p:spPr/>
        <p:txBody>
          <a:bodyPr/>
          <a:lstStyle/>
          <a:p>
            <a:fld id="{009F8E5D-4DC2-459F-9159-6750A8A37B09}" type="slidenum">
              <a:rPr lang="en-GB" smtClean="0"/>
              <a:pPr/>
              <a:t>10</a:t>
            </a:fld>
            <a:endParaRPr lang="en-GB"/>
          </a:p>
        </p:txBody>
      </p:sp>
      <p:sp>
        <p:nvSpPr>
          <p:cNvPr id="6" name="Segnaposto data 5">
            <a:extLst>
              <a:ext uri="{FF2B5EF4-FFF2-40B4-BE49-F238E27FC236}">
                <a16:creationId xmlns:a16="http://schemas.microsoft.com/office/drawing/2014/main" id="{9C4B415E-2B3B-6F28-567D-42501A40F656}"/>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860764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CE5E-32FE-0285-8724-E22C16DE753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74A1727-C513-618A-99F1-586838B4FE22}"/>
              </a:ext>
            </a:extLst>
          </p:cNvPr>
          <p:cNvSpPr>
            <a:spLocks noGrp="1"/>
          </p:cNvSpPr>
          <p:nvPr>
            <p:ph type="body" sz="quarter" idx="10"/>
          </p:nvPr>
        </p:nvSpPr>
        <p:spPr/>
        <p:txBody>
          <a:bodyPr/>
          <a:lstStyle/>
          <a:p>
            <a:r>
              <a:rPr lang="it-IT" noProof="0"/>
              <a:t>Sfondi</a:t>
            </a:r>
          </a:p>
        </p:txBody>
      </p:sp>
      <p:pic>
        <p:nvPicPr>
          <p:cNvPr id="3" name="Immagine 4" descr="Immagine che contiene schermata, modello, verde, design&#10;&#10;Il contenuto generato dall'IA potrebbe non essere corretto.">
            <a:extLst>
              <a:ext uri="{FF2B5EF4-FFF2-40B4-BE49-F238E27FC236}">
                <a16:creationId xmlns:a16="http://schemas.microsoft.com/office/drawing/2014/main" id="{7D25B83D-D000-0A49-6491-748AA2B77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2836" y="5351306"/>
            <a:ext cx="6734101" cy="3787932"/>
          </a:xfrm>
          <a:prstGeom prst="rect">
            <a:avLst/>
          </a:prstGeom>
        </p:spPr>
      </p:pic>
      <p:pic>
        <p:nvPicPr>
          <p:cNvPr id="5" name="Immagine 6" descr="Immagine che contiene modello, design, carta da regalo&#10;&#10;Il contenuto generato dall'IA potrebbe non essere corretto.">
            <a:extLst>
              <a:ext uri="{FF2B5EF4-FFF2-40B4-BE49-F238E27FC236}">
                <a16:creationId xmlns:a16="http://schemas.microsoft.com/office/drawing/2014/main" id="{179B2443-968C-2672-B405-B623DE48B5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0229" y="1355568"/>
            <a:ext cx="6727871" cy="3787932"/>
          </a:xfrm>
          <a:prstGeom prst="rect">
            <a:avLst/>
          </a:prstGeom>
        </p:spPr>
      </p:pic>
      <p:sp>
        <p:nvSpPr>
          <p:cNvPr id="7" name="Rectangle 6">
            <a:extLst>
              <a:ext uri="{FF2B5EF4-FFF2-40B4-BE49-F238E27FC236}">
                <a16:creationId xmlns:a16="http://schemas.microsoft.com/office/drawing/2014/main" id="{2A0E33E8-1191-1DA0-DF7B-D75F87B61623}"/>
              </a:ext>
            </a:extLst>
          </p:cNvPr>
          <p:cNvSpPr/>
          <p:nvPr/>
        </p:nvSpPr>
        <p:spPr>
          <a:xfrm>
            <a:off x="539749" y="1398588"/>
            <a:ext cx="4283075" cy="540000"/>
          </a:xfrm>
          <a:prstGeom prst="rect">
            <a:avLst/>
          </a:prstGeom>
          <a:solidFill>
            <a:srgbClr val="3D3F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hlinkClick r:id="rId4">
                  <a:extLst>
                    <a:ext uri="{A12FA001-AC4F-418D-AE19-62706E023703}">
                      <ahyp:hlinkClr xmlns:ahyp="http://schemas.microsoft.com/office/drawing/2018/hyperlinkcolor" val="tx"/>
                    </a:ext>
                  </a:extLst>
                </a:hlinkClick>
              </a:rPr>
              <a:t>Link </a:t>
            </a:r>
            <a:r>
              <a:rPr lang="en-GB" err="1">
                <a:solidFill>
                  <a:schemeClr val="bg1"/>
                </a:solidFill>
                <a:hlinkClick r:id="rId4">
                  <a:extLst>
                    <a:ext uri="{A12FA001-AC4F-418D-AE19-62706E023703}">
                      <ahyp:hlinkClr xmlns:ahyp="http://schemas.microsoft.com/office/drawing/2018/hyperlinkcolor" val="tx"/>
                    </a:ext>
                  </a:extLst>
                </a:hlinkClick>
              </a:rPr>
              <a:t>su</a:t>
            </a:r>
            <a:r>
              <a:rPr lang="en-GB">
                <a:solidFill>
                  <a:schemeClr val="bg1"/>
                </a:solidFill>
                <a:hlinkClick r:id="rId4">
                  <a:extLst>
                    <a:ext uri="{A12FA001-AC4F-418D-AE19-62706E023703}">
                      <ahyp:hlinkClr xmlns:ahyp="http://schemas.microsoft.com/office/drawing/2018/hyperlinkcolor" val="tx"/>
                    </a:ext>
                  </a:extLst>
                </a:hlinkClick>
              </a:rPr>
              <a:t> </a:t>
            </a:r>
            <a:r>
              <a:rPr lang="en-GB" err="1">
                <a:solidFill>
                  <a:schemeClr val="bg1"/>
                </a:solidFill>
                <a:hlinkClick r:id="rId4">
                  <a:extLst>
                    <a:ext uri="{A12FA001-AC4F-418D-AE19-62706E023703}">
                      <ahyp:hlinkClr xmlns:ahyp="http://schemas.microsoft.com/office/drawing/2018/hyperlinkcolor" val="tx"/>
                    </a:ext>
                  </a:extLst>
                </a:hlinkClick>
              </a:rPr>
              <a:t>sharepoint</a:t>
            </a:r>
            <a:endParaRPr lang="en-GB">
              <a:solidFill>
                <a:schemeClr val="bg1"/>
              </a:solidFill>
            </a:endParaRPr>
          </a:p>
        </p:txBody>
      </p:sp>
      <p:pic>
        <p:nvPicPr>
          <p:cNvPr id="8" name="Immagine 7" descr="Immagine che contiene schermata, Policromia, verde&#10;&#10;Il contenuto generato dall'IA potrebbe non essere corretto.">
            <a:extLst>
              <a:ext uri="{FF2B5EF4-FFF2-40B4-BE49-F238E27FC236}">
                <a16:creationId xmlns:a16="http://schemas.microsoft.com/office/drawing/2014/main" id="{2031C330-AF04-9F0D-27F3-59FBD6C94C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9" y="5351305"/>
            <a:ext cx="6734101" cy="3787933"/>
          </a:xfrm>
          <a:prstGeom prst="rect">
            <a:avLst/>
          </a:prstGeom>
        </p:spPr>
      </p:pic>
    </p:spTree>
    <p:extLst>
      <p:ext uri="{BB962C8B-B14F-4D97-AF65-F5344CB8AC3E}">
        <p14:creationId xmlns:p14="http://schemas.microsoft.com/office/powerpoint/2010/main" val="1858732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B51-AE0D-7BB7-5756-2E95736FC89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46B2D71-3397-2AA4-2F93-C82680B237A5}"/>
              </a:ext>
            </a:extLst>
          </p:cNvPr>
          <p:cNvSpPr>
            <a:spLocks noGrp="1"/>
          </p:cNvSpPr>
          <p:nvPr>
            <p:ph type="body" sz="quarter" idx="10"/>
          </p:nvPr>
        </p:nvSpPr>
        <p:spPr/>
        <p:txBody>
          <a:bodyPr/>
          <a:lstStyle/>
          <a:p>
            <a:r>
              <a:rPr lang="en-GB" err="1"/>
              <a:t>Icone</a:t>
            </a:r>
            <a:endParaRPr lang="en-GB"/>
          </a:p>
        </p:txBody>
      </p:sp>
      <p:sp>
        <p:nvSpPr>
          <p:cNvPr id="2" name="Segnaposto testo 1">
            <a:extLst>
              <a:ext uri="{FF2B5EF4-FFF2-40B4-BE49-F238E27FC236}">
                <a16:creationId xmlns:a16="http://schemas.microsoft.com/office/drawing/2014/main" id="{7E08BD48-6BA5-C1B0-BAD8-92830FDDDC26}"/>
              </a:ext>
            </a:extLst>
          </p:cNvPr>
          <p:cNvSpPr>
            <a:spLocks noGrp="1"/>
          </p:cNvSpPr>
          <p:nvPr>
            <p:ph type="body" sz="quarter" idx="11"/>
          </p:nvPr>
        </p:nvSpPr>
        <p:spPr>
          <a:xfrm>
            <a:off x="539749" y="1800000"/>
            <a:ext cx="8464765" cy="4388194"/>
          </a:xfrm>
        </p:spPr>
        <p:txBody>
          <a:bodyPr numCol="1"/>
          <a:lstStyle/>
          <a:p>
            <a:r>
              <a:rPr lang="it-IT"/>
              <a:t>Per le icone, utilizzare la palette web per garantire un contrasto vivace.</a:t>
            </a:r>
          </a:p>
          <a:p>
            <a:r>
              <a:rPr lang="it-IT"/>
              <a:t>Per materiali di marketing e promozionali, utilizzare le icone semplici.</a:t>
            </a:r>
          </a:p>
          <a:p>
            <a:r>
              <a:rPr lang="it-IT"/>
              <a:t>Mantenere uno spessore del tratto uniforme su tutte le icone: 1 </a:t>
            </a:r>
            <a:r>
              <a:rPr lang="it-IT" err="1"/>
              <a:t>pt</a:t>
            </a:r>
            <a:r>
              <a:rPr lang="it-IT"/>
              <a:t> per il web e 2 </a:t>
            </a:r>
            <a:r>
              <a:rPr lang="it-IT" err="1"/>
              <a:t>pt</a:t>
            </a:r>
            <a:r>
              <a:rPr lang="it-IT"/>
              <a:t> per le icone più semplici.</a:t>
            </a:r>
          </a:p>
          <a:p>
            <a:endParaRPr lang="it-IT"/>
          </a:p>
        </p:txBody>
      </p:sp>
      <p:pic>
        <p:nvPicPr>
          <p:cNvPr id="7" name="Immagine 6" descr="Immagine che contiene testo, schermata, Carattere, diagramma&#10;&#10;Il contenuto generato dall'IA potrebbe non essere corretto.">
            <a:extLst>
              <a:ext uri="{FF2B5EF4-FFF2-40B4-BE49-F238E27FC236}">
                <a16:creationId xmlns:a16="http://schemas.microsoft.com/office/drawing/2014/main" id="{78084291-A746-56CC-9EF2-ED7104AC949B}"/>
              </a:ext>
            </a:extLst>
          </p:cNvPr>
          <p:cNvPicPr>
            <a:picLocks noChangeAspect="1"/>
          </p:cNvPicPr>
          <p:nvPr/>
        </p:nvPicPr>
        <p:blipFill>
          <a:blip r:embed="rId2">
            <a:extLst>
              <a:ext uri="{28A0092B-C50C-407E-A947-70E740481C1C}">
                <a14:useLocalDpi xmlns:a14="http://schemas.microsoft.com/office/drawing/2010/main" val="0"/>
              </a:ext>
            </a:extLst>
          </a:blip>
          <a:srcRect l="73228" t="36307" r="12797" b="41242"/>
          <a:stretch>
            <a:fillRect/>
          </a:stretch>
        </p:blipFill>
        <p:spPr>
          <a:xfrm>
            <a:off x="12614134" y="1800000"/>
            <a:ext cx="2555734" cy="2309248"/>
          </a:xfrm>
          <a:prstGeom prst="rect">
            <a:avLst/>
          </a:prstGeom>
        </p:spPr>
      </p:pic>
      <p:pic>
        <p:nvPicPr>
          <p:cNvPr id="8" name="Immagine 7" descr="Immagine che contiene testo, schermata, Carattere, diagramma&#10;&#10;Il contenuto generato dall'IA potrebbe non essere corretto.">
            <a:extLst>
              <a:ext uri="{FF2B5EF4-FFF2-40B4-BE49-F238E27FC236}">
                <a16:creationId xmlns:a16="http://schemas.microsoft.com/office/drawing/2014/main" id="{03D4EF6C-89AF-4458-7836-9236BD520020}"/>
              </a:ext>
            </a:extLst>
          </p:cNvPr>
          <p:cNvPicPr>
            <a:picLocks noChangeAspect="1"/>
          </p:cNvPicPr>
          <p:nvPr/>
        </p:nvPicPr>
        <p:blipFill>
          <a:blip r:embed="rId2">
            <a:extLst>
              <a:ext uri="{28A0092B-C50C-407E-A947-70E740481C1C}">
                <a14:useLocalDpi xmlns:a14="http://schemas.microsoft.com/office/drawing/2010/main" val="0"/>
              </a:ext>
            </a:extLst>
          </a:blip>
          <a:srcRect l="49153" t="36401" r="36872" b="41148"/>
          <a:stretch>
            <a:fillRect/>
          </a:stretch>
        </p:blipFill>
        <p:spPr>
          <a:xfrm>
            <a:off x="12614134" y="4109248"/>
            <a:ext cx="2555734" cy="2309248"/>
          </a:xfrm>
          <a:prstGeom prst="rect">
            <a:avLst/>
          </a:prstGeom>
        </p:spPr>
      </p:pic>
      <p:pic>
        <p:nvPicPr>
          <p:cNvPr id="9" name="Immagine 8" descr="Immagine che contiene testo, schermata, Carattere, diagramma&#10;&#10;Il contenuto generato dall'IA potrebbe non essere corretto.">
            <a:extLst>
              <a:ext uri="{FF2B5EF4-FFF2-40B4-BE49-F238E27FC236}">
                <a16:creationId xmlns:a16="http://schemas.microsoft.com/office/drawing/2014/main" id="{62A1B53D-40F2-2B18-BA57-54D3124C59FE}"/>
              </a:ext>
            </a:extLst>
          </p:cNvPr>
          <p:cNvPicPr>
            <a:picLocks noChangeAspect="1"/>
          </p:cNvPicPr>
          <p:nvPr/>
        </p:nvPicPr>
        <p:blipFill>
          <a:blip r:embed="rId3">
            <a:extLst>
              <a:ext uri="{28A0092B-C50C-407E-A947-70E740481C1C}">
                <a14:useLocalDpi xmlns:a14="http://schemas.microsoft.com/office/drawing/2010/main" val="0"/>
              </a:ext>
            </a:extLst>
          </a:blip>
          <a:srcRect l="73228" t="36307" r="12797" b="41242"/>
          <a:stretch>
            <a:fillRect/>
          </a:stretch>
        </p:blipFill>
        <p:spPr>
          <a:xfrm>
            <a:off x="10058400" y="1800000"/>
            <a:ext cx="2555734" cy="2309248"/>
          </a:xfrm>
          <a:prstGeom prst="rect">
            <a:avLst/>
          </a:prstGeom>
        </p:spPr>
      </p:pic>
      <p:pic>
        <p:nvPicPr>
          <p:cNvPr id="10" name="Immagine 9" descr="Immagine che contiene testo, schermata, Carattere, diagramma&#10;&#10;Il contenuto generato dall'IA potrebbe non essere corretto.">
            <a:extLst>
              <a:ext uri="{FF2B5EF4-FFF2-40B4-BE49-F238E27FC236}">
                <a16:creationId xmlns:a16="http://schemas.microsoft.com/office/drawing/2014/main" id="{C227A062-26D6-2A04-2D1E-10D026B789C1}"/>
              </a:ext>
            </a:extLst>
          </p:cNvPr>
          <p:cNvPicPr>
            <a:picLocks noChangeAspect="1"/>
          </p:cNvPicPr>
          <p:nvPr/>
        </p:nvPicPr>
        <p:blipFill>
          <a:blip r:embed="rId2">
            <a:extLst>
              <a:ext uri="{28A0092B-C50C-407E-A947-70E740481C1C}">
                <a14:useLocalDpi xmlns:a14="http://schemas.microsoft.com/office/drawing/2010/main" val="0"/>
              </a:ext>
            </a:extLst>
          </a:blip>
          <a:srcRect l="1773" t="36307" r="84252" b="41242"/>
          <a:stretch>
            <a:fillRect/>
          </a:stretch>
        </p:blipFill>
        <p:spPr>
          <a:xfrm>
            <a:off x="10058400" y="4109248"/>
            <a:ext cx="2555734" cy="2309248"/>
          </a:xfrm>
          <a:prstGeom prst="rect">
            <a:avLst/>
          </a:prstGeom>
        </p:spPr>
      </p:pic>
    </p:spTree>
    <p:extLst>
      <p:ext uri="{BB962C8B-B14F-4D97-AF65-F5344CB8AC3E}">
        <p14:creationId xmlns:p14="http://schemas.microsoft.com/office/powerpoint/2010/main" val="3378660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A7CA0-EAC9-DE98-A67C-2EDDDEF57680}"/>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07CDA9A0-EB51-3688-E661-7BC061CE2BE6}"/>
              </a:ext>
            </a:extLst>
          </p:cNvPr>
          <p:cNvSpPr>
            <a:spLocks noGrp="1"/>
          </p:cNvSpPr>
          <p:nvPr>
            <p:ph type="title"/>
          </p:nvPr>
        </p:nvSpPr>
        <p:spPr/>
        <p:txBody>
          <a:bodyPr/>
          <a:lstStyle/>
          <a:p>
            <a:r>
              <a:rPr lang="it-IT"/>
              <a:t>Template PowerPoint</a:t>
            </a:r>
          </a:p>
        </p:txBody>
      </p:sp>
      <p:sp>
        <p:nvSpPr>
          <p:cNvPr id="7" name="Segnaposto numero diapositiva 6">
            <a:extLst>
              <a:ext uri="{FF2B5EF4-FFF2-40B4-BE49-F238E27FC236}">
                <a16:creationId xmlns:a16="http://schemas.microsoft.com/office/drawing/2014/main" id="{508BD307-31D2-E7DF-AC9D-9317141D7FFA}"/>
              </a:ext>
            </a:extLst>
          </p:cNvPr>
          <p:cNvSpPr>
            <a:spLocks noGrp="1"/>
          </p:cNvSpPr>
          <p:nvPr>
            <p:ph type="sldNum" sz="quarter" idx="4"/>
          </p:nvPr>
        </p:nvSpPr>
        <p:spPr/>
        <p:txBody>
          <a:bodyPr/>
          <a:lstStyle/>
          <a:p>
            <a:fld id="{009F8E5D-4DC2-459F-9159-6750A8A37B09}" type="slidenum">
              <a:rPr lang="en-GB" smtClean="0"/>
              <a:pPr/>
              <a:t>13</a:t>
            </a:fld>
            <a:endParaRPr lang="en-GB"/>
          </a:p>
        </p:txBody>
      </p:sp>
      <p:sp>
        <p:nvSpPr>
          <p:cNvPr id="6" name="Segnaposto data 5">
            <a:extLst>
              <a:ext uri="{FF2B5EF4-FFF2-40B4-BE49-F238E27FC236}">
                <a16:creationId xmlns:a16="http://schemas.microsoft.com/office/drawing/2014/main" id="{49D64CE7-B1C8-731B-6226-F843717B4E1B}"/>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1489919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A013-2A37-F595-BFA6-694FE8C41147}"/>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7864C2C1-91DA-DC44-9876-E9607DD2E72E}"/>
              </a:ext>
            </a:extLst>
          </p:cNvPr>
          <p:cNvSpPr>
            <a:spLocks noGrp="1"/>
          </p:cNvSpPr>
          <p:nvPr>
            <p:ph type="title"/>
          </p:nvPr>
        </p:nvSpPr>
        <p:spPr/>
        <p:txBody>
          <a:bodyPr/>
          <a:lstStyle/>
          <a:p>
            <a:r>
              <a:rPr lang="it-IT"/>
              <a:t>Titolo – Source Serif Pro 40pt</a:t>
            </a:r>
          </a:p>
        </p:txBody>
      </p:sp>
      <p:sp>
        <p:nvSpPr>
          <p:cNvPr id="7" name="Segnaposto numero diapositiva 6">
            <a:extLst>
              <a:ext uri="{FF2B5EF4-FFF2-40B4-BE49-F238E27FC236}">
                <a16:creationId xmlns:a16="http://schemas.microsoft.com/office/drawing/2014/main" id="{3A0AF7E5-0AA9-208F-1A46-1680B59E4B71}"/>
              </a:ext>
            </a:extLst>
          </p:cNvPr>
          <p:cNvSpPr>
            <a:spLocks noGrp="1"/>
          </p:cNvSpPr>
          <p:nvPr>
            <p:ph type="sldNum" sz="quarter" idx="4"/>
          </p:nvPr>
        </p:nvSpPr>
        <p:spPr/>
        <p:txBody>
          <a:bodyPr/>
          <a:lstStyle/>
          <a:p>
            <a:fld id="{009F8E5D-4DC2-459F-9159-6750A8A37B09}" type="slidenum">
              <a:rPr lang="en-GB" smtClean="0"/>
              <a:pPr/>
              <a:t>14</a:t>
            </a:fld>
            <a:endParaRPr lang="en-GB"/>
          </a:p>
        </p:txBody>
      </p:sp>
      <p:sp>
        <p:nvSpPr>
          <p:cNvPr id="6" name="Segnaposto data 5">
            <a:extLst>
              <a:ext uri="{FF2B5EF4-FFF2-40B4-BE49-F238E27FC236}">
                <a16:creationId xmlns:a16="http://schemas.microsoft.com/office/drawing/2014/main" id="{E8BD52D5-EC4D-3DA0-4E4D-6C678D579848}"/>
              </a:ext>
            </a:extLst>
          </p:cNvPr>
          <p:cNvSpPr>
            <a:spLocks noGrp="1"/>
          </p:cNvSpPr>
          <p:nvPr>
            <p:ph type="dt" sz="half" idx="2"/>
          </p:nvPr>
        </p:nvSpPr>
        <p:spPr/>
        <p:txBody>
          <a:bodyPr/>
          <a:lstStyle/>
          <a:p>
            <a:fld id="{F98DE903-74FB-40BF-A76C-2FF3CAEAB45A}" type="datetime1">
              <a:rPr lang="it-IT" smtClean="0"/>
              <a:t>24/02/2026</a:t>
            </a:fld>
            <a:endParaRPr lang="en-GB"/>
          </a:p>
        </p:txBody>
      </p:sp>
    </p:spTree>
    <p:extLst>
      <p:ext uri="{BB962C8B-B14F-4D97-AF65-F5344CB8AC3E}">
        <p14:creationId xmlns:p14="http://schemas.microsoft.com/office/powerpoint/2010/main" val="2041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D78CE-FC6B-7514-C141-718FB77F1C3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BBB6CB2-03C5-60F7-4599-88FC72200F02}"/>
              </a:ext>
            </a:extLst>
          </p:cNvPr>
          <p:cNvSpPr>
            <a:spLocks noGrp="1"/>
          </p:cNvSpPr>
          <p:nvPr>
            <p:ph type="body" sz="quarter" idx="10"/>
          </p:nvPr>
        </p:nvSpPr>
        <p:spPr/>
        <p:txBody>
          <a:bodyPr/>
          <a:lstStyle/>
          <a:p>
            <a:r>
              <a:rPr lang="en-GB"/>
              <a:t>Titolo – Source Serif Pro Light 32pt</a:t>
            </a:r>
          </a:p>
        </p:txBody>
      </p:sp>
      <p:sp>
        <p:nvSpPr>
          <p:cNvPr id="3" name="Slide Number Placeholder 2">
            <a:extLst>
              <a:ext uri="{FF2B5EF4-FFF2-40B4-BE49-F238E27FC236}">
                <a16:creationId xmlns:a16="http://schemas.microsoft.com/office/drawing/2014/main" id="{DF6908D9-8AF2-19B8-325D-877E6A9EB232}"/>
              </a:ext>
            </a:extLst>
          </p:cNvPr>
          <p:cNvSpPr>
            <a:spLocks noGrp="1"/>
          </p:cNvSpPr>
          <p:nvPr>
            <p:ph type="sldNum" sz="quarter" idx="4"/>
          </p:nvPr>
        </p:nvSpPr>
        <p:spPr/>
        <p:txBody>
          <a:bodyPr/>
          <a:lstStyle/>
          <a:p>
            <a:fld id="{009F8E5D-4DC2-459F-9159-6750A8A37B09}" type="slidenum">
              <a:rPr lang="en-GB" smtClean="0"/>
              <a:t>15</a:t>
            </a:fld>
            <a:endParaRPr lang="en-GB"/>
          </a:p>
        </p:txBody>
      </p:sp>
      <p:sp>
        <p:nvSpPr>
          <p:cNvPr id="2" name="Date Placeholder 1">
            <a:extLst>
              <a:ext uri="{FF2B5EF4-FFF2-40B4-BE49-F238E27FC236}">
                <a16:creationId xmlns:a16="http://schemas.microsoft.com/office/drawing/2014/main" id="{2C212368-C33B-3885-C66A-B9B4F7B0E1B2}"/>
              </a:ext>
            </a:extLst>
          </p:cNvPr>
          <p:cNvSpPr>
            <a:spLocks noGrp="1"/>
          </p:cNvSpPr>
          <p:nvPr>
            <p:ph type="dt" sz="half" idx="2"/>
          </p:nvPr>
        </p:nvSpPr>
        <p:spPr/>
        <p:txBody>
          <a:bodyPr/>
          <a:lstStyle/>
          <a:p>
            <a:r>
              <a:rPr lang="en-US"/>
              <a:t>Presentation Name</a:t>
            </a:r>
            <a:endParaRPr lang="en-GB"/>
          </a:p>
        </p:txBody>
      </p:sp>
      <p:sp>
        <p:nvSpPr>
          <p:cNvPr id="8" name="Text Placeholder 7">
            <a:extLst>
              <a:ext uri="{FF2B5EF4-FFF2-40B4-BE49-F238E27FC236}">
                <a16:creationId xmlns:a16="http://schemas.microsoft.com/office/drawing/2014/main" id="{68B4F518-3EDC-4B70-A2EE-E4D773B8A0A0}"/>
              </a:ext>
            </a:extLst>
          </p:cNvPr>
          <p:cNvSpPr>
            <a:spLocks noGrp="1"/>
          </p:cNvSpPr>
          <p:nvPr>
            <p:ph type="body" sz="quarter" idx="11"/>
          </p:nvPr>
        </p:nvSpPr>
        <p:spPr>
          <a:xfrm>
            <a:off x="539750" y="1795464"/>
            <a:ext cx="17208500" cy="4392730"/>
          </a:xfrm>
        </p:spPr>
        <p:txBody>
          <a:bodyPr wrap="none" numCol="4" spcCol="360000">
            <a:noAutofit/>
          </a:bodyPr>
          <a:lstStyle/>
          <a:p>
            <a:r>
              <a:rPr lang="it-IT"/>
              <a:t>Testo Ronzino 24pt</a:t>
            </a:r>
          </a:p>
          <a:p>
            <a:endParaRPr lang="it-IT"/>
          </a:p>
          <a:p>
            <a:r>
              <a:rPr lang="it-IT"/>
              <a:t>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 testo</a:t>
            </a:r>
            <a:endParaRPr lang="en-GB"/>
          </a:p>
        </p:txBody>
      </p:sp>
    </p:spTree>
    <p:extLst>
      <p:ext uri="{BB962C8B-B14F-4D97-AF65-F5344CB8AC3E}">
        <p14:creationId xmlns:p14="http://schemas.microsoft.com/office/powerpoint/2010/main" val="2594304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C5F6A7-88A9-913F-AB8B-E07599288ECD}"/>
              </a:ext>
            </a:extLst>
          </p:cNvPr>
          <p:cNvSpPr>
            <a:spLocks noGrp="1"/>
          </p:cNvSpPr>
          <p:nvPr>
            <p:ph type="body" sz="quarter" idx="10"/>
          </p:nvPr>
        </p:nvSpPr>
        <p:spPr/>
        <p:txBody>
          <a:bodyPr/>
          <a:lstStyle/>
          <a:p>
            <a:endParaRPr lang="en-GB"/>
          </a:p>
        </p:txBody>
      </p:sp>
      <p:sp>
        <p:nvSpPr>
          <p:cNvPr id="4" name="Date Placeholder 3">
            <a:extLst>
              <a:ext uri="{FF2B5EF4-FFF2-40B4-BE49-F238E27FC236}">
                <a16:creationId xmlns:a16="http://schemas.microsoft.com/office/drawing/2014/main" id="{65BF0746-7EBB-4093-55BF-71A96AFE2BEF}"/>
              </a:ext>
            </a:extLst>
          </p:cNvPr>
          <p:cNvSpPr>
            <a:spLocks noGrp="1"/>
          </p:cNvSpPr>
          <p:nvPr>
            <p:ph type="dt" sz="half" idx="2"/>
          </p:nvPr>
        </p:nvSpPr>
        <p:spPr/>
        <p:txBody>
          <a:bodyPr/>
          <a:lstStyle/>
          <a:p>
            <a:fld id="{CB2DD865-93E4-471D-96DE-14426D5C4408}" type="datetime1">
              <a:rPr lang="it-IT" smtClean="0"/>
              <a:pPr/>
              <a:t>24/02/2026</a:t>
            </a:fld>
            <a:endParaRPr lang="en-GB"/>
          </a:p>
        </p:txBody>
      </p:sp>
      <p:sp>
        <p:nvSpPr>
          <p:cNvPr id="5" name="Text Placeholder 4">
            <a:extLst>
              <a:ext uri="{FF2B5EF4-FFF2-40B4-BE49-F238E27FC236}">
                <a16:creationId xmlns:a16="http://schemas.microsoft.com/office/drawing/2014/main" id="{F133CC15-2C34-B2A8-2D8B-0C7C30575239}"/>
              </a:ext>
            </a:extLst>
          </p:cNvPr>
          <p:cNvSpPr>
            <a:spLocks noGrp="1"/>
          </p:cNvSpPr>
          <p:nvPr>
            <p:ph type="body" sz="quarter" idx="11"/>
          </p:nvPr>
        </p:nvSpPr>
        <p:spPr/>
        <p:txBody>
          <a:bodyPr/>
          <a:lstStyle/>
          <a:p>
            <a:r>
              <a:rPr lang="it-IT" noProof="0"/>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a:p>
            <a:r>
              <a:rPr lang="it-IT"/>
              <a:t>Questo testo si sviluppa su una colonna larga il 50% della slide</a:t>
            </a:r>
          </a:p>
        </p:txBody>
      </p:sp>
    </p:spTree>
    <p:extLst>
      <p:ext uri="{BB962C8B-B14F-4D97-AF65-F5344CB8AC3E}">
        <p14:creationId xmlns:p14="http://schemas.microsoft.com/office/powerpoint/2010/main" val="34643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2BB02-DEF0-0E45-515A-C68EDAC03DC8}"/>
              </a:ext>
            </a:extLst>
          </p:cNvPr>
          <p:cNvSpPr>
            <a:spLocks noGrp="1"/>
          </p:cNvSpPr>
          <p:nvPr>
            <p:ph type="title"/>
          </p:nvPr>
        </p:nvSpPr>
        <p:spPr/>
        <p:txBody>
          <a:bodyPr/>
          <a:lstStyle/>
          <a:p>
            <a:endParaRPr lang="en-GB"/>
          </a:p>
        </p:txBody>
      </p:sp>
      <p:sp>
        <p:nvSpPr>
          <p:cNvPr id="5" name="Segnaposto numero diapositiva 4">
            <a:extLst>
              <a:ext uri="{FF2B5EF4-FFF2-40B4-BE49-F238E27FC236}">
                <a16:creationId xmlns:a16="http://schemas.microsoft.com/office/drawing/2014/main" id="{B0F66972-5286-4516-EBF9-2B019E403F4D}"/>
              </a:ext>
            </a:extLst>
          </p:cNvPr>
          <p:cNvSpPr>
            <a:spLocks noGrp="1"/>
          </p:cNvSpPr>
          <p:nvPr>
            <p:ph type="sldNum" sz="quarter" idx="4"/>
          </p:nvPr>
        </p:nvSpPr>
        <p:spPr/>
        <p:txBody>
          <a:bodyPr/>
          <a:lstStyle/>
          <a:p>
            <a:fld id="{009F8E5D-4DC2-459F-9159-6750A8A37B09}" type="slidenum">
              <a:rPr lang="en-GB" smtClean="0"/>
              <a:pPr/>
              <a:t>17</a:t>
            </a:fld>
            <a:endParaRPr lang="en-GB"/>
          </a:p>
        </p:txBody>
      </p:sp>
      <p:sp>
        <p:nvSpPr>
          <p:cNvPr id="4" name="Segnaposto data 3">
            <a:extLst>
              <a:ext uri="{FF2B5EF4-FFF2-40B4-BE49-F238E27FC236}">
                <a16:creationId xmlns:a16="http://schemas.microsoft.com/office/drawing/2014/main" id="{B308B0ED-0BF4-1CC5-B05A-E223ECF6EA1F}"/>
              </a:ext>
            </a:extLst>
          </p:cNvPr>
          <p:cNvSpPr>
            <a:spLocks noGrp="1"/>
          </p:cNvSpPr>
          <p:nvPr>
            <p:ph type="dt" sz="half" idx="2"/>
          </p:nvPr>
        </p:nvSpPr>
        <p:spPr/>
        <p:txBody>
          <a:bodyPr/>
          <a:lstStyle/>
          <a:p>
            <a:fld id="{443667A6-2333-4F4C-904B-5FA995A1D2F3}" type="datetime1">
              <a:rPr lang="it-IT" smtClean="0"/>
              <a:t>24/02/2026</a:t>
            </a:fld>
            <a:endParaRPr lang="en-GB"/>
          </a:p>
        </p:txBody>
      </p:sp>
    </p:spTree>
    <p:extLst>
      <p:ext uri="{BB962C8B-B14F-4D97-AF65-F5344CB8AC3E}">
        <p14:creationId xmlns:p14="http://schemas.microsoft.com/office/powerpoint/2010/main" val="2571075135"/>
      </p:ext>
    </p:extLst>
  </p:cSld>
  <p:clrMapOvr>
    <a:masterClrMapping/>
  </p:clrMapOvr>
</p:sld>
</file>

<file path=ppt/theme/theme1.xml><?xml version="1.0" encoding="utf-8"?>
<a:theme xmlns:a="http://schemas.openxmlformats.org/drawingml/2006/main" name="EETRA_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ETRA Theme Fonts">
      <a:majorFont>
        <a:latin typeface="Source Serif Pro Light"/>
        <a:ea typeface=""/>
        <a:cs typeface=""/>
      </a:majorFont>
      <a:minorFont>
        <a:latin typeface="Ronzin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ETRA_Slide_Whi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ETRA Theme Fonts">
      <a:majorFont>
        <a:latin typeface="Source Serif Pro Light"/>
        <a:ea typeface=""/>
        <a:cs typeface=""/>
      </a:majorFont>
      <a:minorFont>
        <a:latin typeface="Ronzin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EETRA_Slide_GREY">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ETRA Theme Fonts">
      <a:majorFont>
        <a:latin typeface="Source Serif Pro Light"/>
        <a:ea typeface=""/>
        <a:cs typeface=""/>
      </a:majorFont>
      <a:minorFont>
        <a:latin typeface="Ronzin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ETRA_Slide_GREEN">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ETRA Theme Fonts">
      <a:majorFont>
        <a:latin typeface="Source Serif Pro Light"/>
        <a:ea typeface=""/>
        <a:cs typeface=""/>
      </a:majorFont>
      <a:minorFont>
        <a:latin typeface="Ronzin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3f3ffd3-f10e-42cc-bd3e-87a62d4d2ed3" xsi:nil="true"/>
    <lcf76f155ced4ddcb4097134ff3c332f xmlns="5dbc279e-3b32-4ffe-aebb-154aa2a39ea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D35340CCAC9094083B10D508DD70373" ma:contentTypeVersion="13" ma:contentTypeDescription="Create a new document." ma:contentTypeScope="" ma:versionID="9bb00246746f96195472618885209eaf">
  <xsd:schema xmlns:xsd="http://www.w3.org/2001/XMLSchema" xmlns:xs="http://www.w3.org/2001/XMLSchema" xmlns:p="http://schemas.microsoft.com/office/2006/metadata/properties" xmlns:ns2="5dbc279e-3b32-4ffe-aebb-154aa2a39eaf" xmlns:ns3="43f3ffd3-f10e-42cc-bd3e-87a62d4d2ed3" targetNamespace="http://schemas.microsoft.com/office/2006/metadata/properties" ma:root="true" ma:fieldsID="7d919a5512e1b42f8811bb100c232907" ns2:_="" ns3:_="">
    <xsd:import namespace="5dbc279e-3b32-4ffe-aebb-154aa2a39eaf"/>
    <xsd:import namespace="43f3ffd3-f10e-42cc-bd3e-87a62d4d2ed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bc279e-3b32-4ffe-aebb-154aa2a39e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b5cf261-8f67-4707-8674-82e87ecb44d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f3ffd3-f10e-42cc-bd3e-87a62d4d2ed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e25e55d-ffca-4fab-9563-48c14892d78d}" ma:internalName="TaxCatchAll" ma:showField="CatchAllData" ma:web="43f3ffd3-f10e-42cc-bd3e-87a62d4d2ed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930AFE-23A8-42A1-874C-A2647C52CF1D}">
  <ds:schemaRefs>
    <ds:schemaRef ds:uri="http://schemas.microsoft.com/sharepoint/v3/contenttype/forms"/>
  </ds:schemaRefs>
</ds:datastoreItem>
</file>

<file path=customXml/itemProps2.xml><?xml version="1.0" encoding="utf-8"?>
<ds:datastoreItem xmlns:ds="http://schemas.openxmlformats.org/officeDocument/2006/customXml" ds:itemID="{33C8ECFA-882F-4C13-B79E-8700AE8D06EC}">
  <ds:schemaRefs>
    <ds:schemaRef ds:uri="43f3ffd3-f10e-42cc-bd3e-87a62d4d2ed3"/>
    <ds:schemaRef ds:uri="5dbc279e-3b32-4ffe-aebb-154aa2a39ea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9399265-0894-4766-A4D2-EBE3DBA5D0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bc279e-3b32-4ffe-aebb-154aa2a39eaf"/>
    <ds:schemaRef ds:uri="43f3ffd3-f10e-42cc-bd3e-87a62d4d2e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929</Words>
  <Application>Microsoft Office PowerPoint</Application>
  <PresentationFormat>Custom</PresentationFormat>
  <Paragraphs>161</Paragraphs>
  <Slides>17</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17</vt:i4>
      </vt:variant>
    </vt:vector>
  </HeadingPairs>
  <TitlesOfParts>
    <vt:vector size="27" baseType="lpstr">
      <vt:lpstr>Aptos</vt:lpstr>
      <vt:lpstr>Arial</vt:lpstr>
      <vt:lpstr>Arial Nova</vt:lpstr>
      <vt:lpstr>Ronzino</vt:lpstr>
      <vt:lpstr>Source Serif Pro</vt:lpstr>
      <vt:lpstr>Source Serif Pro Light</vt:lpstr>
      <vt:lpstr>EETRA_Cover</vt:lpstr>
      <vt:lpstr>EETRA_Slide_White</vt:lpstr>
      <vt:lpstr>2_EETRA_Slide_GREY</vt:lpstr>
      <vt:lpstr>1_EETRA_Slide_GREEN</vt:lpstr>
      <vt:lpstr>PowerPoint Presentation</vt:lpstr>
      <vt:lpstr>Logo EETRA</vt:lpstr>
      <vt:lpstr>PowerPoint Presentation</vt:lpstr>
      <vt:lpstr>PowerPoint Presentation</vt:lpstr>
      <vt:lpstr>Uso dei Colori</vt:lpstr>
      <vt:lpstr>PowerPoint Presentation</vt:lpstr>
      <vt:lpstr>PowerPoint Presentation</vt:lpstr>
      <vt:lpstr>Fonts / Caratteri</vt:lpstr>
      <vt:lpstr>PowerPoint Presentation</vt:lpstr>
      <vt:lpstr>Assets grafici: sfondi, gradienti, icone</vt:lpstr>
      <vt:lpstr>PowerPoint Presentation</vt:lpstr>
      <vt:lpstr>PowerPoint Presentation</vt:lpstr>
      <vt:lpstr>Template PowerPoint</vt:lpstr>
      <vt:lpstr>Titolo – Source Serif Pro 40pt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Botti</dc:creator>
  <cp:lastModifiedBy>Andrea Botti</cp:lastModifiedBy>
  <cp:revision>1</cp:revision>
  <dcterms:created xsi:type="dcterms:W3CDTF">2025-12-19T18:15:48Z</dcterms:created>
  <dcterms:modified xsi:type="dcterms:W3CDTF">2026-02-24T08:53:57Z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0x0101009D35340CCAC9094083B10D508DD70373</vt:lpwstr>
  </property>
</Properties>
</file>